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Clase 2. Preguntar quién tiene el repo listo antes de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2-3 grupos que muestren el repo. Si alguien no tiene el entorno, que lo resuelva con el de al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orientativa. El workshop es la parte central — no apurar la teoría.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Analogía: el estado es como la RAM del componente — vive mientras el componente está montado.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con el ejemplo del contador: qué pasa paso a paso al presionar el botón.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mostrar el contador en Expo Go. Cambiar el tipo a string para provocar error TypeScript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React Native DevTools resalta en verde los componentes que se re-renderizan.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Ejercicio: ¿qué cambiarías si quisieras usar este botón en 10 pantallas distintas?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¿cómo haría el hijo para avisarle algo al padre? → Callback como prop.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de taller: cada grupo adapta estas interfaces a su dominio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Advertencia: nunca 0 &amp;&amp; &lt;Comp /&gt; — puede renderizar '0' como texto. Usar !!valor &amp;&amp; &lt;Comp /&gt;.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¿cuántos ítems va a tener la lista del proyecto? La respuesta siempre es FlatList.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opcional: abrir el perf monitor en Expo Go con una lista de 200 ítems en ScrollView vs FlatList.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qué pasa si no ponés keyExtractor: warning en consola. Explicar por qué la key es crítica para el reciclado.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useEffect se verá en profundidad en Clase 5. Hoy solo necesitamos saber que corre al montar el componente.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adapta los nombres al dominio de su proyecto (Turno, Evento, Producto,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identifiquen qué cambiar para su dominio: Turno, Evento, Libro,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minutos: que cada grupo cree su mockData.ts ahora con los tipos que definieron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un componente que hace demasiado y pedir que lo refactoricen.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cada grupo. La tarea D (PR) es el criterio de entrega — sin PR mergeado no está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 en pantalla grande. El objetivo es ver la app con scroll funcionando en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patrón se usa en todas las clases siguientes. Presentarlo aquí para que lo vean 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Reproducir el primer error: poner FlatList dentro de ScrollView y mostrar el warning en la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Rolar los roles de reviewer cada clase. El que revisa aprende tanto como el que escribe.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mezclan la lógica de carga con el renderizado, el código se vuelve imposible de mantener en Clase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primero (componente inline) es el error más frecuente. Mostrarlo en vivo con el perf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que cada grupo tenga el PR abierto antes de terminar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Mandar estos links por el canal. El cheatsheet de TypeScript + React es especialmente útil.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Motivar: en Clase 3 van a poder navegar entre todas las pantallas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PR en GitHub antes de la Clase 3. El que tiene el bonus (detalle + hook) tiene ventaja.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457200"/>
            <a:ext cx="960120" cy="9601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Componentes, Estado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Listas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32004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· Props tipadas · FlatList · TypeScript · mockData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Tecnicatura en Desarrollo de Software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5400000">
            <a:off x="7818120" y="1371600"/>
            <a:ext cx="914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· React Native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Clase 1 — verificación grupal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seguir: todos deben tener el entorno funcionando y el repo en GitHub.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27048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270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14721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configurado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170992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20, Expo CLI, Expo Go en el dispositivo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075688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85416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8541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1305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Expo corriendo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" y="236829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expo start → QR → app en el celular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843784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4378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27889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en GitHub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42416" y="3026664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integrantes como colaboradores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392424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02152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02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34472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constants/theme.ts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42416" y="368503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 y escala tipográfica del proyecto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050792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160520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1605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2416" y="41056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 estática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2416" y="434340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pantalla con el nombre del proyecto visible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22529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— estado local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estado, cómo cambia la UI, ciclo de vida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32588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97510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75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9385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1945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tipadas, composición, convenciones del equipo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203911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0391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596896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688336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26517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y listas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29077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Windowing, keyExtractor, empty state, pull-to-refresh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275234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75234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310128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40156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33649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TypeScript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62102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del dominio del proyecto en types/index.ts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62672" y="346557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46557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23360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4114800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0782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+ primer PR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433425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FlatList funcionando, code review grupal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417880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417880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706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70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USESTATE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estado?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es cualquier dato que, al cambiar, debe actualizar la interfaz de usuario.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normal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1975104"/>
            <a:ext cx="2432304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039112"/>
            <a:ext cx="224942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count + 1;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 NO se actualiza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no lo sabe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50876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con useState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28416" y="1975104"/>
            <a:ext cx="2432304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2039112"/>
            <a:ext cx="224942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[count, setCount]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 + 1);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React re-renderiza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25896" y="150876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1618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estado?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8776" y="20665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04825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ítems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08776" y="25237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250545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abierto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29809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296265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visible/oculto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34381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341985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cargados de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08776" y="38953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87705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 seleccionado en lista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8097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detecta el cambio de estado y re-renderiza solo los componentes afectados — no toda la pantalla.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3113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— CICLO DE VIDA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useState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llamás al setter, React planifica un nuevo render del componente.</a:t>
            </a:r>
            <a:endParaRPr lang="en-US" sz="1300" dirty="0"/>
          </a:p>
        </p:txBody>
      </p:sp>
      <p:pic>
        <p:nvPicPr>
          <p:cNvPr id="10" name="Image 0" descr="Diagrama del ciclo de vida de useSt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706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70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USESTATE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useState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hook, dos responsabilidades: leer y escribir el estado de forma reactiva.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303520" cy="3493008"/>
          </a:xfrm>
          <a:prstGeom prst="roundRect">
            <a:avLst>
              <a:gd name="adj" fmla="val 261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93776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TouchableOpacity, StyleSheet } from 'react-native';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Contador()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      [valor]  [función para cambiar]   valor inicial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[cantidad, setCantidad] = useState&lt;number&gt;(0);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style={styles.num}&gt;{cantidad}&lt;/Text&gt;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onPress={() =&gt; setCantidad(cantidad + 1)}&gt;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style={styles.btn}&gt;+ Agregar&lt;/Text&gt;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onPress={() =&gt; setCantidad(0)}&gt;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style={styles.reset}&gt;Reiniciar&lt;/Text&gt;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1417320"/>
            <a:ext cx="2807208" cy="758952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90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destructuring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7190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retorna [valor, setter].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Simplificado con destructuring.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2295144"/>
            <a:ext cx="2807208" cy="758952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3682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&lt;number&gt; genérico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5968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infiere el tipo.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errores al llamar setCantidad.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3172968"/>
            <a:ext cx="2807208" cy="758952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2461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valor inicial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474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usa en el primer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del componente.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4050792"/>
            <a:ext cx="2807208" cy="758952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412394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mutar directo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43525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cantidad++ no funciona.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usar setCantidad(nuevo).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706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70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USESTATE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Múltiples estados y estado derivado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puede tener tantos useState como necesite. Cada uno es independiente.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FormularioProducto()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[nombre,     setNombre]     = useState&lt;string&gt;('');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[precio,     setPrecio]     = useState&lt;number&gt;(0);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[disponible, setDisponible] = useState&lt;boolean&gt;(true);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  setCargando]   = useState&lt;boolean&gt;(false);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✓ Estado DERIVADO — no necesita useState propio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precioConIVA = precio * 1.21;    // se recalcula en cada render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formularioValido = nombre.length &gt; 0 &amp;&amp; precio &gt; 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guardar =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(!formularioValido)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setCargando(true);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guardarEnAPI({ nombre, precio, disponible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setCargando(false);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&lt;TextInput value={nombre} onChangeText={setNombre}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{cargando &amp;&amp; &lt;Text&gt;Guardando...&lt;/Text&gt;}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{!formularioValido &amp;&amp; &lt;Text&gt;Completá todos los campos&lt;/Text&gt;}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2944368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0876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useState es independiente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180136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nombre no re-renderiza por precio.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2606040"/>
            <a:ext cx="2944368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6974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derivado ≠ useState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99008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podés calcularlo desde otro estado, calculalo — no lo guardes.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3794760"/>
            <a:ext cx="2944368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88620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lo relacionado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417880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nombre + precio siempre cambian juntos → usar un objeto.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COMPONENTES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reutilizables con Props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es reutilizable cuando su apariencia y comportamiento vienen de props, no hardcodeados.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7492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0916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components/ui/Boton.tsx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BotonProps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onPress:  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variante?: 'primario' | 'secundario' | 'peligro';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disabled?: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fullWidth?: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Boton({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label, onPress,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variante = 'primario',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 =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fullWidth =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BotonProps)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onPress={onPress}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disabled={disabled}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style={[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styles.base,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styles[variante],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disabled &amp;&amp; styles.disabled,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fullWidth &amp;&amp; styles.fullWidth,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style={styles.texto}&gt;{label}&lt;/Text&gt;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764792"/>
            <a:ext cx="3035808" cy="274320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892808"/>
            <a:ext cx="2670048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label='Guardar'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onPress={guardar}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label='Eliminar'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onPress={eliminar}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variante='peligro'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label='Enviando...'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onPress={() =&gt; {}}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disabled={true}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fullWidth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4617720"/>
            <a:ext cx="3035808" cy="384048"/>
          </a:xfrm>
          <a:prstGeom prst="roundRect">
            <a:avLst>
              <a:gd name="adj" fmla="val 2381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4663440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componente no sabe en qué pantalla está.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FLUJO VISUAL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Props — de padre a hijo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props fluyen siempre hacia abajo: del padre al hijo. Nunca en sentido inverso.</a:t>
            </a:r>
            <a:endParaRPr lang="en-US" sz="1300" dirty="0"/>
          </a:p>
        </p:txBody>
      </p:sp>
      <p:pic>
        <p:nvPicPr>
          <p:cNvPr id="10" name="Image 0" descr="Diagrama de flujo de Props entre compon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4251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42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TYPESCRIPT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TypeScript del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tipos antes de codear documenta el dominio y evita bugs de integración.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types/index.ts  — ejemplo para delivery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Usuario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avatar?:  string;         // ? = opcional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Producto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 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precio:    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imagen: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categoria: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disponible: 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ItemCarrito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producto:  Producto;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cantidad: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EstadoPedido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'pendiente' | 'preparando' | 'en_camino' | 'entregado';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417320"/>
            <a:ext cx="3081528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49047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editor sugiere campos al tipear. No hay que memorizar la estructura.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313432"/>
            <a:ext cx="3081528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3865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 compile 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60720" y="263347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Olvidaste pasar precio → TypeScript avisa antes de ejecutar.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3560" y="3209544"/>
            <a:ext cx="3081528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2826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viva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60720" y="352958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types/index.ts es la fuente de verdad del dominio del proyecto.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4105656"/>
            <a:ext cx="3081528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41788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seguro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60720" y="44256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Renombrás un campo → el compilador marca todos los lugares afectados.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53162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ESTADO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rendering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u ocultar elementos según el estado — patrón fundamental de toda interfaz.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TarjetaProducto({ producto }: { producto: Producto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[favorito, setFavorito] = useState(false);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style={styles.card}&gt;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&lt;Image source={{ uri: producto.imagen }} style={styles.img} 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&amp;&amp; — renderiza solo si la condición es true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{!producto.disponible &amp;&amp;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&lt;View style={styles.agotadoBadge}&gt;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&lt;Text&gt;Agotado&lt;/Text&gt;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Ternario — dos estados visuales distintos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onPress={() =&gt; setFavorito(!favorito)}&gt;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&lt;Text&gt;{favorito ? '♥ Guardado' : '♡ Guardar'}&lt;/Text&gt;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41732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64792"/>
            <a:ext cx="2944368" cy="676656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83794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&amp;&amp; &lt;Comp /&gt;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20848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si verdadero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551176"/>
            <a:ext cx="2944368" cy="676656"/>
          </a:xfrm>
          <a:prstGeom prst="roundRect">
            <a:avLst>
              <a:gd name="adj" fmla="val 13514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62432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? &lt;CompA /&gt; : &lt;CompB /&gt;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97880" y="28712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 entre dos vistas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3337560"/>
            <a:ext cx="2944368" cy="676656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341071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 → JSX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365760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compleja — extraer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4123944"/>
            <a:ext cx="2944368" cy="676656"/>
          </a:xfrm>
          <a:prstGeom prst="roundRect">
            <a:avLst>
              <a:gd name="adj" fmla="val 13514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4197096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null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97880" y="44439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renderizar nada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706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70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FLATLIST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FlatList — listas eficientes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renderiza solo los ítems visibles en pantalla. Con 1000 ítems, solo procesa ~10.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ScrollView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1956816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3852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TODOS al montar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8716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para contenido fijo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992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100+ ítems → lenta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2958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recicla celdas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15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listas cortas y estáticas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FlatList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92040" y="19568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93852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solo lo visible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48716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 celdas (windowing)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3017520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9992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Perfecta para N desconocido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54787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52958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 nativo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4315968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315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listas dinámicas siempre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6430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643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— WINDOWING VISUAL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FlatList es tan eficiente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ScrollView carga todos los elementos en memoria. FlatList recicla las celdas al hacer scroll.</a:t>
            </a:r>
            <a:endParaRPr lang="en-US" sz="1300" dirty="0"/>
          </a:p>
        </p:txBody>
      </p:sp>
      <p:pic>
        <p:nvPicPr>
          <p:cNvPr id="10" name="Image 0" descr="Comparación visual ScrollView vs FlatList window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706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70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FLATLIST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FlatList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props son obligatorias. El resto mejoran progresivamente la experiencia.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7492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0916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FlatList } from 'react-native';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ListaProductos()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[productos, setProductos] = useState&lt;Producto[]&gt;([]);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[refrescando, setRefrescando] = useState(false);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&lt;FlatList&lt;Producto&gt;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data={productos}                           // array tipado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keyExtractor={(item) =&gt; item.id}            // key única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renderItem={({ item }) =&gt; (                 // render c/ítem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&lt;TarjetaProducto producto={item}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onRefresh={cargarProductos}                 // pull-to-refresh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refreshing={refrescando}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ListEmptyComponent={&lt;TextoVacio /&gt;}         // lista vacía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ItemSeparatorComponent={() =&gt;               // separador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&lt;View style={styles.separador}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contentContainerStyle={styles.lista}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props: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764792"/>
            <a:ext cx="3035808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83794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37944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82512" y="181965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02082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tipado. Puede ser vacío.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2295144"/>
            <a:ext cx="303580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36829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368296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82512" y="23500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keyExtractor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255117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string único por ítem.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2825496"/>
            <a:ext cx="3035808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289864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89864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82512" y="28803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renderItem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308152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que retorna JSX.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3355848"/>
            <a:ext cx="303580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342900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42900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82512" y="341071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ListEmptyComponent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61188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cuando data.length === 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886200"/>
            <a:ext cx="3035808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395935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3959352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382512" y="394106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onRefresh/refreshing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60720" y="4142232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 nativo.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4416552"/>
            <a:ext cx="303580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448970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4489704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82512" y="44714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numColumns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467258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de N columnas.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706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70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FLATLIST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estados de una lista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profesional maneja los cuatro estados, no solo el caso feliz con datos.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ListaProductos()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[productos, setProductos] = useState&lt;Producto[]&gt;([]);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 setCargando] 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 setError] 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fetchProductos()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.then(setProductos)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.catch(() =&gt; setError('No se pudo cargar.'))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.finally(() =&gt; setCargando(false));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(cargando) return &lt;ActivityIndicator size='large'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   return &lt;Text&gt;{error}&lt;/Text&gt;;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&lt;FlatList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data={productos}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keyExtractor={(p) =&gt; p.id}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renderItem={({ item }) =&gt; &lt;TarjetaProducto producto={item} 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ListEmptyComponent={&lt;Text&gt;Sin productos aún.&lt;/Text&gt;}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417320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estados: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1764792"/>
            <a:ext cx="2898648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5312" y="1837944"/>
            <a:ext cx="201168" cy="2011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819656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cargando: true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5312" y="205740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ActivityIndicator centrado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2587752"/>
            <a:ext cx="2898648" cy="713232"/>
          </a:xfrm>
          <a:prstGeom prst="roundRect">
            <a:avLst>
              <a:gd name="adj" fmla="val 12821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25312" y="266090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2642616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!= null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25312" y="288036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claro + botón Reintentar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3410712"/>
            <a:ext cx="2898648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25312" y="34838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465576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vacío []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5312" y="370332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ListEmptyComponent — invitar a crear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4233672"/>
            <a:ext cx="2898648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25312" y="4306824"/>
            <a:ext cx="201168" cy="2011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4288536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con ítems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25312" y="4526280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renderiza la lista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30886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3088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PROYECTO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componentes — Clase 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el workshop, el proyecto grupal debe tener esta estructura de componentes.</a:t>
            </a:r>
            <a:endParaRPr lang="en-US" sz="1300" dirty="0"/>
          </a:p>
        </p:txBody>
      </p:sp>
      <p:pic>
        <p:nvPicPr>
          <p:cNvPr id="10" name="Image 0" descr="Árbol de componentes del proyecto grupal clas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TarjetaProducto — componente completo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dominio listo para usar en FlatList — adaptarlo al proyecto de cada grupo.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components/TarjetaProducto.tsx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Image, TouchableOpacity, StyleSheet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Colors, Spacing, FontSize, Radius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Props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producto:   Producto;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onPress:    (p: Producto)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onFavorito: (id: string)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TarjetaProducto({ producto, onPress, onFavorito }: Props)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style={styles.card}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onPress={() =&gt; onPress(producto)}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activeOpacity={0.85}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&lt;Image source={{ uri: producto.imagen }} style={styles.imagen}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&lt;View style={styles.info}&gt;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style={styles.nombre}&gt;{producto.nombre}&lt;/Text&gt;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style={styles.precio}&gt;${producto.precio.toFixed(2)}&lt;/Text&gt;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{!producto.disponible &amp;&amp;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&lt;Text style={styles.agotado}&gt;Agotado&lt;/Text&gt;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onPress={() =&gt; onFavorito(producto.id)}&gt;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style={styles.icono}&gt;♡&lt;/Text&gt;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mockData.ts — datos de prueba tipados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API real, los mocks permiten avanzar en la UI sin bloqueos.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7492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0916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data/mockData.ts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PRODUCTOS_MOCK: Producto[]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         '1',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nombre:      'Auriculares Bluetooth Pro',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precio:      12999,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imagen:      'https://picsum.photos/seed/prod1/400/300',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categoria:   'electronica',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disponible: 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         '2',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nombre:      'Teclado Mecánico RGB',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precio:      8499,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imagen:      'https://picsum.photos/seed/prod2/400/300',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categoria:   'electronica',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disponible:  false,     // ← caso edge: agotado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Agregar 4-6 ítems más con datos variados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50992" y="1417320"/>
            <a:ext cx="3054096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8152" y="1490472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picsum.photos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88152" y="1737360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 con imágenes random. Perfecta para desarrollo.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50992" y="2313432"/>
            <a:ext cx="3054096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8152" y="2386584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ítems mínimo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88152" y="2633472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 ítems no se ve el scroll. Usar suficientes.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50992" y="3209544"/>
            <a:ext cx="3054096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3282696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casos edge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88152" y="3529584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ítem con disponible: false para testear conditional rendering.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50992" y="4105656"/>
            <a:ext cx="3054096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88152" y="417880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en Clase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88152" y="4425696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mock se saca limpiamente — los tipos ya están definidos.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archivos — Clase 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el workshop, el proyecto debe tener exactamente esta estructura.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297180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(tabs)/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  └── index.tsx      ← usa ListaProductos con FlatList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components/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ui/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│   └── Boton.tsx      ← genérico, sin lógica de negocio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TarjetaProducto.tsx ← lógica del dominio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mockData.ts        ← tipado con Producto[]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types/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index.ts           ← todas las interfaces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constants/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theme.ts           ← paleta y escala tipográfica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2944368" cy="2971800"/>
          </a:xfrm>
          <a:prstGeom prst="roundRect">
            <a:avLst>
              <a:gd name="adj" fmla="val 310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361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9019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88366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para componentes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22219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20370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para funciones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254203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5237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en types/index.ts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286207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84378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 por archivo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318211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16382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siempre tipadas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97880" y="35021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48386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console.log en PRs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38221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80390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al final del archivo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97880" y="414223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4123944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magic numbers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480560"/>
            <a:ext cx="8321040" cy="420624"/>
          </a:xfrm>
          <a:prstGeom prst="roundRect">
            <a:avLst>
              <a:gd name="adj" fmla="val 2173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4456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= una responsabilidad. Si hacés scroll para entender qué hace, es demasiado grande.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"/>
            <a:ext cx="2286000" cy="292608"/>
          </a:xfrm>
          <a:prstGeom prst="roundRect">
            <a:avLst>
              <a:gd name="adj" fmla="val 21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· Manos a la obra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Componentes, FlatList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primer PR del proyecto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50545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TypeScript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interfaces de las 2+ entidades del proyecto en types/index.ts.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50545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ítems mock tipados. Incluir casos edge (vacío, agotado, precio 0).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402336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tarjeta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TarjetaX con props tipadas, conditional rendering y onPress.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402336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+ PR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en HomeScreen con loading/vacío. PR con 1 compañero reviewer.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HomeScreen con FlatList — live coding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 la pantalla principal. Cada grupo adapta los nombres a su dominio.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app/(tabs)/index.tsx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FlatList, ActivityIndicator, Text, StyleSheet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TarjetaProducto } from '@/components/TarjetaProducto';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PRODUCTOS_MOCK } from '@/data/mockData';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Colors, Spacing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[productos, setProductos] = useState&lt;Producto[]&gt;([]);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 setCargando]  = useState(true);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setTimeout simula la API — se reemplaza en Clase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setProductos(PRODUCTOS_MOCK);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setCargando(false);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800);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(cargando)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&lt;ActivityIndicator style={styles.loader} size='large'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&lt;FlatList&lt;Producto&gt;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data={productos}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keyExtractor={(p) =&gt; p.id}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renderItem={({ item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&lt;TarjetaProducto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producto={item}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onPress={(p) =&gt; console.log('detalle', p.id)}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onFavorito={(id) =&gt; console.log('fav', id)}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contentContainerStyle={styles.lista}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ListEmptyComponent={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style={styles.vacio}&gt;No hay ítems todavía.&lt;/Text&gt;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2024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CUSTOM HOOKS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hooks — abstraer lógica reutilizable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custom hook extrae la lógica de estado para que los componentes queden limpios.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hooks/useProductos.ts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PRODUCTOS_MOCK } from '@/data/mockData';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UseProductosResult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productos:   Producto[];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cargando:   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      string 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refrescar:  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useProductos(): UseProductosResult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[productos,  setProductos]  = useState&lt;Producto[]&gt;([]);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[cargando,   setCargando]  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     setError]      = useState&lt;string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cargar =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setCargando(true);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setError(null);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setProductos(PRODUCTOS_MOCK);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setCargando(false);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600);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 cargar(); },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productos, cargando, error, refrescar: cargar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417320"/>
            <a:ext cx="3081528" cy="2423160"/>
          </a:xfrm>
          <a:prstGeom prst="roundRect">
            <a:avLst>
              <a:gd name="adj" fmla="val 37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45336"/>
            <a:ext cx="27157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HomeScreen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— el componente no sabe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cómo se cargan los datos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productos,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cargando,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refrescar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 useProductos();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Clean component!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&lt;FlatList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data={productos}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onRefresh={refrescar}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refreshing={cargando}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3950208"/>
            <a:ext cx="3081528" cy="987552"/>
          </a:xfrm>
          <a:prstGeom prst="roundRect">
            <a:avLst>
              <a:gd name="adj" fmla="val 9259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04164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el componente tiene más de 3 useState, el custom hook probablemente mejora el código.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en la Clase 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errores aparecen en el 100% de los proyectos grupales. Reconocerlos ahorra horas.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" y="148132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VirtualizedList: You have a large list...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1109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FlatList anidada dentro de ScrollView. Usar ListHeaderComponent para el contenido arriba de la lista.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7744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7744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" y="235000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child in a list should have a unique key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7797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keyExtractor retorna duplicado o undefined. Asegurar que item.id sea único. Último recurso: usar index.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5468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24612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4612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" y="321868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update a component (X) while rendering (Y)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64845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Llamar al setter durante el render, no en un handler. Mover la llamada a useEffect o a onPress.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23360"/>
            <a:ext cx="8321040" cy="758952"/>
          </a:xfrm>
          <a:prstGeom prst="roundRect">
            <a:avLst>
              <a:gd name="adj" fmla="val 12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1480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1480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52144" y="408736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is not an object — evaluating 'item.nombre'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1713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array tiene un ítem undefined o la prop no llegó. Agregar optional chaining: item?.nombre ?? ''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8706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870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CODE REVIEW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— cómo revisar un PR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code review no es auditoría — es aprender del código del compañero.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props están tipadas con interface?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037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algún any? Reemplazar con el tipo correcto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5237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arrays están tipados (Producto[] no [])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5087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8836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componente hace solo una cosa?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037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estilos usan theme.ts en vez de valores hardcodeados?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props tienen nombres descriptivos?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1821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557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estado que sea estado derivado?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8770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setters se llaman dentro de handlers?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1970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nombres son claros? (cargando, no flag)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1821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570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¿FlatList tiene keyExtractor?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7705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ListEmptyComponent?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1970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renderItem no hace lógica compleja?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Separación de responsabilidades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del proyecto tiene una responsabilidad específica. No mezclarlas.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201168" cy="45720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47218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types/index.ts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16916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forma de los datos. No importa nada del proyecto.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527048"/>
            <a:ext cx="2633472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563624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Producto { ... 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121408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194560"/>
            <a:ext cx="201168" cy="45720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1762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data/mockData.ts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23957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 datos de prueba. Se reemplaza por API en Clase 5.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231136"/>
            <a:ext cx="2633472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267712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PRODUCTOS_MOCK: Producto[]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825496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2898648"/>
            <a:ext cx="201168" cy="45720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28803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components/TarjetaX.tsx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248" y="30998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un ítem. Recibe datos por props. No sabe de dónde vienen.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2935224"/>
            <a:ext cx="2633472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97180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producto }: Props) =&gt; JSX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529584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602736"/>
            <a:ext cx="201168" cy="45720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58444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hooks/useProductos.ts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1248" y="38039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estado y la carga. No sabe cómo se renderiza.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639312"/>
            <a:ext cx="2633472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675888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 productos, cargando }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233672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306824"/>
            <a:ext cx="201168" cy="45720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885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app/(tabs)/index.tsx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1248" y="4507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todo. Usa el hook y pasa datos al componente.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89320" y="4343400"/>
            <a:ext cx="2633472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4379976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productos } = useProductos()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de performance para listas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performance que se ven en todos los proyectos grupales — evitarlos desde el inicio.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14721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renderItem={({ item }) =&gt; &lt;View&gt;...&lt;/View&gt;}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2821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2821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0704" y="17099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Extraer a componente separado: &lt;TarjetaX item={item} /&gt;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60704" y="19293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inline se recrea en cada render de la lista.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37744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774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" y="235915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keyExtractor={() =&gt; Math.random().toString()}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2615184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1518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0704" y="25968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keyExtractor={(item) =&gt; item.id}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" y="281635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random destruye el reciclado de celdas — mata la performance.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264408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64408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" y="324612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style={{ backgroundColor: 'red' }}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350215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50215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0704" y="34838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style={styles.card}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0704" y="370332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literal inline crea un nuevo objeto en cada render.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15137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15137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0704" y="413308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&lt;FlatList data={undefined} ... /&gt;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38912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8912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60704" y="43708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&lt;FlatList data={items ?? []} ... /&gt;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60704" y="459028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data=undefined puede causar warnings. Siempre pasar un array.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grupal — Clase 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mergeado en main antes del inicio de la Clase 3.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9616"/>
            <a:ext cx="329184" cy="246888"/>
          </a:xfrm>
          <a:prstGeom prst="roundRect">
            <a:avLst>
              <a:gd name="adj" fmla="val 1851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9616"/>
            <a:ext cx="3291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4538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types/index.ts con 2+ interfaces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165506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las entidades principales del dominio del proyecto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920240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002536"/>
            <a:ext cx="329184" cy="246888"/>
          </a:xfrm>
          <a:prstGeom prst="roundRect">
            <a:avLst>
              <a:gd name="adj" fmla="val 1851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002536"/>
            <a:ext cx="3291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19568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con 6+ ítems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215798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variados — incluir casos edge (agotado, precio 0, sin imagen)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423160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9184" cy="246888"/>
          </a:xfrm>
          <a:prstGeom prst="roundRect">
            <a:avLst>
              <a:gd name="adj" fmla="val 1851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05456"/>
            <a:ext cx="3291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4597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TarjetaX creado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266090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tipadas, conditional rendering, onPress y onFavorito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26080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008376"/>
            <a:ext cx="329184" cy="246888"/>
          </a:xfrm>
          <a:prstGeom prst="roundRect">
            <a:avLst>
              <a:gd name="adj" fmla="val 1851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008376"/>
            <a:ext cx="3291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962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en HomeScreen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316382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estado loading, ListEmptyComponent y separadores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429000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511296"/>
            <a:ext cx="329184" cy="246888"/>
          </a:xfrm>
          <a:prstGeom prst="roundRect">
            <a:avLst>
              <a:gd name="adj" fmla="val 1851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511296"/>
            <a:ext cx="3291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4655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revisado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" y="366674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compañero revisó usando el checklist de code review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931920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014216"/>
            <a:ext cx="329184" cy="246888"/>
          </a:xfrm>
          <a:prstGeom prst="roundRect">
            <a:avLst>
              <a:gd name="adj" fmla="val 1851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014216"/>
            <a:ext cx="3291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9684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Detalle (bonus)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416966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desde la tarjeta al detalle — adelanta contenido de Clase 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08976" y="4014216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08976" y="401421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4434840"/>
            <a:ext cx="8321040" cy="438912"/>
          </a:xfrm>
          <a:prstGeom prst="roundRect">
            <a:avLst>
              <a:gd name="adj" fmla="val 208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" y="4517136"/>
            <a:ext cx="329184" cy="246888"/>
          </a:xfrm>
          <a:prstGeom prst="roundRect">
            <a:avLst>
              <a:gd name="adj" fmla="val 1851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4517136"/>
            <a:ext cx="3291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05840" y="44714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 useX (bonus)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05840" y="467258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la lógica de carga a un hook reutilizable en hooks/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08976" y="4517136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08976" y="451713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" y="4956048"/>
            <a:ext cx="8321040" cy="146304"/>
          </a:xfrm>
          <a:prstGeom prst="roundRect">
            <a:avLst>
              <a:gd name="adj" fmla="val 6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983480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del PR en el canal del curso. Sin PR mergeado no hay entrega.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y recursos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2724912" cy="3703320"/>
          </a:xfrm>
          <a:prstGeom prst="roundRect">
            <a:avLst>
              <a:gd name="adj" fmla="val 3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y estado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" y="1719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react.dev/reference/react/useState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2048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de useState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" y="272491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7980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react.dev/learn/state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state en React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" y="373075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803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beta.reactnative.dev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" y="4059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de React Native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1170432"/>
            <a:ext cx="2724912" cy="3703320"/>
          </a:xfrm>
          <a:prstGeom prst="roundRect">
            <a:avLst>
              <a:gd name="adj" fmla="val 33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y FlatList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01568" y="1719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reactnative.dev/docs/flatlist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2048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FlatList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72491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7980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shopify.github.io/flash-list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93008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FlashList (Clase 9)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373075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803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picsum.photos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93008" y="4059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mock para desarrollo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1170432"/>
            <a:ext cx="2724912" cy="3703320"/>
          </a:xfrm>
          <a:prstGeom prst="roundRect">
            <a:avLst>
              <a:gd name="adj" fmla="val 3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1298448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1719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792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typescriptlang.org/docs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20482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oficial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72491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7980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react-typescript-cheatsheet.netlify.app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0540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React + 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73075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8039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zod.dev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4059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tipos (Clase 6)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49560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del curso en el aula virtual de la Universidad Nacional de Pilar.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617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61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3 — Lo que viene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FlatList funcionando, la Clase 3 conecta todas las pantallas.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727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727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02536" y="1591056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 — el sistema de archivos define las rutas de la app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2585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585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+ Tabs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02536" y="2276856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TabNavigator con 3-4 tabs y StackNavigator para el detalle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443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443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dinámicas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02536" y="2962656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detalle/[id].tsx — navegar al ítem específico desde la FlatList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301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301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useLocalSearchParams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02536" y="3648456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datos entre pantallas de forma tipada y segura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20624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3159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31596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02536" y="4334256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navegación del proyecto — todas las pantallas conectadas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919472"/>
            <a:ext cx="8321040" cy="164592"/>
          </a:xfrm>
          <a:prstGeom prst="roundRect">
            <a:avLst>
              <a:gd name="adj" fmla="val 5555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946904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PR de Clase 2 mergeado y el repo actualizado. Arrancamos directo a la navegación.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123444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502920"/>
            <a:ext cx="960120" cy="9601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¿Consultas?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9260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 hoy: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665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— ciclo de vida y cómo cambia la UI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 con props tipadas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TypeScript del dominio del proyecto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44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2666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con windowing, loading y empty state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tipado listo para reemplazar por API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PR con code review grupal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6217920" cy="0"/>
          </a:xfrm>
          <a:prstGeom prst="line">
            <a:avLst/>
          </a:prstGeom>
          <a:noFill/>
          <a:ln w="9525">
            <a:solidFill>
              <a:srgbClr val="2A4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 · Tecnicatura en Desarrollo de Software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Móviles — Clase 2: Componentes, Estado y Listas</dc:title>
  <dc:subject>PptxGenJS Presentation</dc:subject>
  <dc:creator>Universidad Nacional de Pilar</dc:creator>
  <cp:lastModifiedBy>Universidad Nacional de Pilar</cp:lastModifiedBy>
  <cp:revision>1</cp:revision>
  <dcterms:created xsi:type="dcterms:W3CDTF">2026-06-12T15:11:14Z</dcterms:created>
  <dcterms:modified xsi:type="dcterms:W3CDTF">2026-06-12T15:11:14Z</dcterms:modified>
</cp:coreProperties>
</file>