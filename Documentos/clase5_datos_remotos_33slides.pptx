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Conectar con Clase 4: el estado global está listo. Hoy lo alimentamos con datos reales de una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rápida: 2 grupos muestran el badge del carrito actualizándose en 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1h 40m de teoría. El workshop es el momento más importante — la app dejará de usar datos fake.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alumnos que identifiquen una limitación de mockData que ya les molestó en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¿cuántos estados manejaban con mockData? Solo 2 (loading + success). Hoy agregamos error, empty y refresh.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más común error: olvidar el []  vacío y causar un loop infinito de fetches. Reproducirlo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Escenario de memory leak: usuario navega al detalle, vuelve antes de que cargue — sin cleanup el fetch sigue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patrón escala. En empresas grandes los services se generan automáticamente desde el schema de la API (OpenAPI).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interceptor de token se deja como TODO por ahora — en Clase 7 con SecureStore lo completamos.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mapper es clave — la API externa puede cambiar sus nombres de campo sin que los componentes se enteren.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Regla: si el componente tiene useEffect + useState + lógica de fetch → extraer a un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useCallback envuelve cargar() para que la referencia sea estable y no cause re-renders infinitos al usarla en el useEffect.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Recomendación para el proyecto: axios. Es el punto medio perfecto — sin la complejidad de React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pantalla tiene 40 líneas — lo mismo que antes. La diferencia es que ahora consume datos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vivo: comentar el setTimeout, descomentar el fetch real, y ver que la FlatList funciona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hook useProductoById se puede reutilizar en cualquier pantalla que necesite un producto específico.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producción: react-native-skeleton-placeholder. Para el proyecto hoy: un View con opacity animation es suficiente.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vivo: throttle la red a 'Slow 3G' en las DevTools de Expo y mostrar el skeleton y pull-to-refresh.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Verificar que todos tengan .env en el .gitignore. Si alguien ya commiteó una key, hay que rotar la key inmediatamente.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Recomendación: Railway es la opción más simple para proyectos grupales — URL pública, sin IP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grupo elige Firebase: usar el SDK de Firestore directamente — no necesitan axios ni api.ts. El hook useProductos cambia solo internamente.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WOW: abrir Firebase Console → Firestore → editar un campo en tiempo real → ver la FlatList actualizarse en el celular SIN tocar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este setup en vivo si el grupo eligió Firebase. Tarda ~10 minutos. Los demás grupos usan json-server.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cuarto error (useEffect sin []) es el más difícil de debuggear — el fetch se dispara cientos de veces en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Tarea D: verificar que mockData.ts fue eliminado del proyecto — no solo comentado.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persona de A entrega services/api.ts a B y C cuanto antes (25 min). B y C lo usan en paralelo desde el minuto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coding de esta versión mínima primero. Luego los grupos agregan la versión completa con RefreshControl y ErrorView.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ítem más importante: mockData.ts ELIMINADO. No comentado — borrado del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clave: 'mockData.ts fue eliminado'. Si sigue en el proyecto, la migración no está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primero (Network request failed con localhost) es garantizado que ocurre en el primer intento de todos los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rama chore/remove-mockdata es simbólica — marcar el momento en que el proyecto deja de depender de datos falsos.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entrega más fácil de verificar: buscar mockData en el repo. Si existe, la Clase 5 no está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hito de hoy es enorme: la app dejó de ser una demo con datos fake y es una app real conectada a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457200"/>
            <a:ext cx="960120" cy="9601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Remotos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APIs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3200400" cy="0"/>
          </a:xfrm>
          <a:prstGeom prst="line">
            <a:avLst/>
          </a:prstGeom>
          <a:noFill/>
          <a:ln w="19050">
            <a:solidFill>
              <a:srgbClr val="CCF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871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· axios · useEffect · Custom hooks · Skeleton · Pull-to-refresh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443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Tecnicatura en Desarrollo de Software  · 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 rot="5400000">
            <a:off x="7818120" y="1371600"/>
            <a:ext cx="914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Móviles · React Native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Clase 4 — estado global listo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el PR de Clase 4 esté mergeado y el badge del carrito funcione antes de continuar.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27048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270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2416" y="14721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principal implementado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42416" y="170992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Carrito, favoritos u entidad principal del proyecto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075688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185416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18541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2416" y="21305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 Zustand configurado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42416" y="2368296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o store Zustand tipado en context/ o stores/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734056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843784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843784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2416" y="278892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usuario local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42416" y="302666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fake con nombre del usuario en Header y PerfilScreen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392424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502152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5021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2416" y="344728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dinámico en TabBar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42416" y="3685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que se actualiza al agregar ítems — en tiempo real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050792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4160520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16052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42416" y="410565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 resuelto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42416" y="434340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1 conflicto creado y resuelto — evidencia en git log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15568"/>
            <a:ext cx="83210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179576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179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161288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y el ciclo de una petición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15568" y="138988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estados: idle, loading, success, error, empty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62672" y="1243584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24358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1746504"/>
            <a:ext cx="83210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81051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810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" y="1792224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para datos remotos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5568" y="202082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array, cleanup, abort controllers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62672" y="187452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1874520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377440"/>
            <a:ext cx="83210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2441448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441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" y="2423160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fetch, axios y capa de servicios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15568" y="26517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screens → hooks → services → API client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62672" y="2505456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505456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008376"/>
            <a:ext cx="83210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072384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0723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15568" y="3054096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 de datos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15568" y="32826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useProductos, useProductoById — separar lógica del render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62672" y="3136392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3136392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3639312"/>
            <a:ext cx="83210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370332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3703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5568" y="3685032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Skeleton, error, pull-to-refresh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115568" y="391363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estados de carga que hacen la app profesional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62672" y="3767328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62672" y="376732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4270248"/>
            <a:ext cx="83210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928" y="4334256"/>
            <a:ext cx="402336" cy="40233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4334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15568" y="4315968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Workshop: mockData → API real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115568" y="45445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el proyecto completo. PR con mock eliminado.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662672" y="4398264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62672" y="439826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necesitamos una API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mockData.ts fue el andamiaje perfecto para Clases 2–4. Hoy lo derribamos.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4023360" cy="3310128"/>
          </a:xfrm>
          <a:prstGeom prst="roundRect">
            <a:avLst>
              <a:gd name="adj" fmla="val 2762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72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mockData.ts — lo que teníamos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20116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41832" y="2029968"/>
            <a:ext cx="3401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estáticos hardcodeados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54203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420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1832" y="2560320"/>
            <a:ext cx="3401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sincronización entre usuarios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0723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723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41832" y="3090672"/>
            <a:ext cx="3401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persistencia entre sesiones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6027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02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" y="3621024"/>
            <a:ext cx="3401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datos requiere editar código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4133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133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1832" y="4151376"/>
            <a:ext cx="3401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refleja el mundo real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463040"/>
            <a:ext cx="4023360" cy="3310128"/>
          </a:xfrm>
          <a:prstGeom prst="roundRect">
            <a:avLst>
              <a:gd name="adj" fmla="val 276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572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lo que necesitamos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46320" y="20116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93792" y="2029968"/>
            <a:ext cx="3401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dinámicos del servidor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54203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5420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93792" y="2560320"/>
            <a:ext cx="3401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usuarios ven lo mismo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0723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0723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93792" y="3090672"/>
            <a:ext cx="3401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persisten en la nube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6027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602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93792" y="3621024"/>
            <a:ext cx="3401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real — crear, editar, borrar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4133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133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93792" y="4151376"/>
            <a:ext cx="3401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el negocio real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8623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86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HTTP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5 estados de una petición HTTP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profesional maneja todos los estados, no solo el caso feliz con datos.</a:t>
            </a:r>
            <a:endParaRPr lang="en-US" sz="1300" dirty="0"/>
          </a:p>
        </p:txBody>
      </p:sp>
      <p:pic>
        <p:nvPicPr>
          <p:cNvPr id="10" name="Image 0" descr="Ciclo de vida completo de una petición HTTP con 5 est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761134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761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USEEFFECT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useEffect y el dependency array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segunda parte de [], [dep] y sin array — la diferencia cambia completamente el comportamiento.</a:t>
            </a:r>
            <a:endParaRPr lang="en-US" sz="1300" dirty="0"/>
          </a:p>
        </p:txBody>
      </p:sp>
      <p:pic>
        <p:nvPicPr>
          <p:cNvPr id="10" name="Image 0" descr="useEffect dependency array: sin array, array vacío, con dependenci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360981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3609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USEEFFECT CLEANUP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useEffect — cleanup y AbortController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cleanup evita memory leaks cuando el usuario navega antes de que termine el fetch.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DetalleScreen — fetch con cleanup correcto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useEffect } from 'react';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api } from '@/services/api';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 } from '@/types';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useProductoById(id: string)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[producto, setProducto] = useState&lt;Producto | null&gt;(null);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[cargando, setCargando] = useState(true);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   setError]    = useState&lt;string | null&gt;(null);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AbortController cancela el fetch si el componente se desmonta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controller = new AbortController();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cargar =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setCargando(true);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setError(null);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{ data } = await api.get&lt;Producto&gt;(`/productos/${id}`,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signal: controller.signal,    // ← vincula el abort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setProducto(data);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catch (err: any)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(err.name !== 'CanceledError') {  // ignorar abort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setError('No se pudo cargar el producto.');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finally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setCargando(false);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cargar();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← cleanup: se ejecuta al desmontar o cuando id cambia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controller.abort();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[id]);  // ← se re-ejecuta si id cambia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producto, cargando, error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211019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2110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SERVICIOS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capa de datos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responsabilidades: screens renderizan, hooks orquestan, services hablan con la API.</a:t>
            </a:r>
            <a:endParaRPr lang="en-US" sz="1300" dirty="0"/>
          </a:p>
        </p:txBody>
      </p:sp>
      <p:pic>
        <p:nvPicPr>
          <p:cNvPr id="10" name="Image 0" descr="Arquitectura en capas: Screens → Hooks → Services → API Cli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86077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API CLIENT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Configurar el cliente de API con axios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instancia configurada una vez — todos los servicios la reutilizan.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7492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npx expo install axios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services/api.ts — instancia global configurada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axios from 'axios';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Constants from 'expo-constants';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Variables de entorno desde app.config.ts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API_URL = Constants.expoConfig?.extra?.apiUrl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?? 'http://localhost:3000';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api = axios.create({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baseURL: API_URL,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timeout: 10_000,                // 10 segundos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'Content-Type': 'application/json',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Interceptor: adjuntar token de auth en cada 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api.interceptors.request.use(async (config)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await getToken();    // de SecureStore (Clase 7)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(token) config.headers.Authorization = `Bearer ${token}`;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config;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Interceptor: manejar errores globalmente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api.interceptors.response.use(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 =&gt; response,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(error.response?.status === 401)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Token expirado → redirigir a login (Clase 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Promise.reject(error);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417320"/>
            <a:ext cx="3063240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5087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app.config.ts para variables de entorno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78308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API_URL va en extra: { apiUrl: process.env.API_URL }. Nunca hardcodear la URL.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624328"/>
            <a:ext cx="3063240" cy="1078992"/>
          </a:xfrm>
          <a:prstGeom prst="roundRect">
            <a:avLst>
              <a:gd name="adj" fmla="val 847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71576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interceptor de auth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2990088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completa en Clase 7 con SecureStore. Por ahora puede estar vacío.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831336"/>
            <a:ext cx="3063240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392277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10_000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419709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segundos es razonable para mobile. Sin timeout, el fetch puede quedar colgado para siempre.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836115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8361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SERVICES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capa de servicios tipada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que mapean las respuestas de la API a los tipos del proyecto.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services/productosService.ts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api } from './api';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 } from '@/types';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Tipo de respuesta de la API (puede diferir del tipo interno)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ProductoApiResponse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          number;        // la API usa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precio_ars:   number;        // nombre diferente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img_url:      string;        // nombre diferente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categoria_id: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activo:       boolean;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Mapper: convierte respuesta de API → tipo interno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mapProducto(p: ProductoApiResponse): Producto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        String(p.id),  // API usa number, nosotros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nombre:     p.nombre,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precio:     p.precio_ars,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imagen:     p.img_url,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categoria:  String(p.categoria_id),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disponible: p.activo,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Funciones del servicio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productosService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getAll: async (): Promise&lt;Producto[]&gt;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data } = await api.get&lt;ProductoApiResponse[]&gt;('/productos');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data.map(mapProducto);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getById: async (id: string): Promise&lt;Producto&gt;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data } = await api.get&lt;ProductoApiResponse&gt;(`/productos/${id}`);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mapProducto(data);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create: async (p: Omit&lt;Producto, 'id'&gt;): Promise&lt;Producto&gt;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data } = await api.post&lt;ProductoApiResponse&gt;('/productos', p);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mapProducto(data);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86077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CUSTOM HOOKS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hooks — separar lógica del render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un componente con 80 líneas y uno con 8 — el custom hook.</a:t>
            </a:r>
            <a:endParaRPr lang="en-US" sz="1300" dirty="0"/>
          </a:p>
        </p:txBody>
      </p:sp>
      <p:pic>
        <p:nvPicPr>
          <p:cNvPr id="10" name="Image 0" descr="Comparativa: sin custom hook vs con custom h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CUSTOM HOOK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useProductos — hook completo con 5 estados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hook que reemplaza al mockData.ts y maneja todos los estados de la petición.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hooks/useProductos.ts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useEffect, useCallback } from 'react';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productosService } from '@/services/productosService';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 } from '@/types';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UseProductosResult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productos:   Producto[];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cargando:    boolean;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refrescando: boolean;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      string |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refrescar:   ()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useProductos(): UseProductosResult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[productos,   setProductos]   = useState&lt;Producto[]&gt;([]);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[cargando,    setCargando]    = useState(true);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[refrescando, setRefrescando] = useState(false);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      setError]       = useState&lt;string | null&gt;(null);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cargar = useCallback(async (esRefresh = false)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esRefresh ? setRefrescando(true) : setCargando(true);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setError(null);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data = await productosService.getAll();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setProductos(data);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(err: any)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setError(err.message ?? 'Error al cargar los productos');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finally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setCargando(false);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setRefrescando(false);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 cargar(); }, [cargar]);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productos,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cargando,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refrescando,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refrescar: () =&gt; cargar(true),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660904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· AXIOS · TANSTACK QUERY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la herramienta correcta para el fetch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este proyecto: axios en Clase 5-7. TanStack Query es opcional para quien quiera ir más lejos.</a:t>
            </a:r>
            <a:endParaRPr lang="en-US" sz="1300" dirty="0"/>
          </a:p>
        </p:txBody>
      </p:sp>
      <p:pic>
        <p:nvPicPr>
          <p:cNvPr id="10" name="Image 0" descr="Comparativa fetch nativo vs axios vs TanStack Que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585923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5859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HOMESCREEN CON API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HomeScreen — usando el hook real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principal queda limpia — toda la lógica está en useProductos.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app/(tabs)/index.tsx — con API real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View, FlatList, ActivityIndicator, Text,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TouchableOpacity, StyleSheet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Stack } from 'expo-router';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useProductos } from '@/hooks/useProductos';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TarjetaProducto } from '@/components/TarjetaProducto';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useRouter } from 'expo-router';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Colors, Spacing, FontSize } from '@/constants/theme';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HomeScreen()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router = useRouter();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productos, cargando, refrescando,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error, refrescar } = useProductos();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Estado de carga inicial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(cargando) return &lt;SkeletonLista /&gt;;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Estado de 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style={styles.center}&gt;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style={styles.errorTxt}&gt;{error}&lt;/Text&gt;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&lt;TouchableOpacity onPress={refrescar} style={styles.btnRetry}&gt;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style={styles.btnTxt}&gt;Reintentar&lt;/Text&gt;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 options={{ title: 'Inicio' }}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&lt;FlatList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data={productos}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keyExtractor={(p) =&gt; p.id}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renderItem={({ item })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&lt;TarjetaProducto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producto={item}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onPress={(p) =&gt; router.push(`/detalle/${p.id}`)}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onFavorito={(id) =&gt; console.log('fav', id)}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onRefresh={refrescar}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refreshing={refrescando}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ListEmptyComponent={&lt;TextoVacio /&gt;}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contentContainerStyle={styles.lista}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MIGRACIÓN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Migrar mockData → API real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belleza del patrón de hooks: los componentes no cambian, solo cambia la fuente de datos.</a:t>
            </a:r>
            <a:endParaRPr lang="en-US" sz="1300" dirty="0"/>
          </a:p>
        </p:txBody>
      </p:sp>
      <p:pic>
        <p:nvPicPr>
          <p:cNvPr id="10" name="Image 0" descr="Antes mockData con setTimeout vs después API real con ax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81086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81086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DETALLESCREEN CON API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DetalleScreen — cargar por ID desde API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hook useProductoById reemplaza la búsqueda en el array mock.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hooks/useProductoById.ts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useProductoById(id: string)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[producto, setProducto] = useState&lt;Producto | null&gt;(null);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[cargando, setCargando] = useState(true);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   setError]    = useState&lt;string | null&gt;(null);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controller = new AbortController();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productosService.getById(id)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.then(setProducto)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.catch(e =&gt; { if (e.name !== 'CanceledError') setError(e.message);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.finally(() =&gt; setCargando(false));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controller.abort();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[id]);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producto, cargando, error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547872"/>
            <a:ext cx="5029200" cy="1444752"/>
          </a:xfrm>
          <a:prstGeom prst="roundRect">
            <a:avLst>
              <a:gd name="adj" fmla="val 632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67588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app/detalle/[id].tsx — actualizado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DetalleScreen()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id } = useLocalSearchParams&lt;{id: string}&gt;();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producto, cargando, error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useProductoById(id);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(cargando) return &lt;ActivityIndicator 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   return &lt;ErrorView msg={error} 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(!producto) return &lt;Text&gt;No encontrado&lt;/Text&gt;;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options={{ title: producto.nombre }}/&gt;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... contenido del detalle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1417320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50876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busca en mockData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1783080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[id].tsx ya no hace PRODUCTOS_MOCK.find(). Llama a la API con el id recibido por parámetro.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624328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7157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Stack.Screen dinámico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990088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título del header se pone solo cuando el producto carga — hasta entonces muestra 'Cargando...'.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3831336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92277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Guard: if (!producto)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4197096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validar que el producto llegó — la API puede retornar 404.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86077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· SKELETON LOADING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Skeleton loading — UX profesional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skeleton muestra la estructura de los datos antes de que carguen — sin layout shift.</a:t>
            </a:r>
            <a:endParaRPr lang="en-US" sz="1300" dirty="0"/>
          </a:p>
        </p:txBody>
      </p:sp>
      <p:pic>
        <p:nvPicPr>
          <p:cNvPr id="10" name="Image 0" descr="Comparativa ActivityIndicator simple vs Skeleton loa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2186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1480" y="4663440"/>
            <a:ext cx="8321040" cy="658368"/>
          </a:xfrm>
          <a:prstGeom prst="roundRect">
            <a:avLst>
              <a:gd name="adj" fmla="val 1388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79145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components/SkeletonCard.tsx — implementación simple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View, StyleSheet, Animated } from 'react-native';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pulseAnim = useRef(new Animated.Value(0.4)).current;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Animated.loop(Animated.sequence([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Animated.timing(pulseAnim, { toValue:1, duration:800, useNativeDriver:true }),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Animated.timing(pulseAnim, { toValue:.4, duration:800, useNativeDriver:true }),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])).start();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&lt;Animated.View style={[styles.skeleton, { opacity: pulseAnim }]} /&gt;;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51094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5109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· PULL-TO-REFRESH · ERROR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Pull-to-refresh y estado de error completo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patrones UX que elevan la percepción de calidad de la app.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Pull-to-refresh en FlatList — ya integrado en useProductos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&lt;FlatList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data={productos}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onRefresh={refrescar}            // ← función del hook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refreshing={refrescando}         // ← boolean del hook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El spinner nativo aparece al hacer pull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78892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16936"/>
            <a:ext cx="46634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components/ErrorView.tsx — pantalla de error reutilizable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ErrorViewProps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mensaje: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onReintentar: ()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ErrorView({ mensaje, onReintentar }: ErrorViewProps)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style={styles.container}&gt;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style={styles.emoji}&gt;😕&lt;/Text&gt;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style={styles.titulo}&gt;Algo salió mal&lt;/Text&gt;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style={styles.mensaje}&gt;{mensaje}&lt;/Text&gt;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&lt;TouchableOpacity onPress={onReintentar} style={styles.btn}&gt;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style={styles.btnTxt}&gt;Reintentar&lt;/Text&gt;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en HomeScreen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(error) return &lt;ErrorView mensaje={error} onReintentar={refrescar} /&gt;;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2788920"/>
            <a:ext cx="3108960" cy="658368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8620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refreshing vs cargando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60720" y="308152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cargando: true en el primer load (muestra skeleton). refreshing: true en pull-to-refresh (muestra spinner nativo).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23560" y="3520440"/>
            <a:ext cx="3108960" cy="658368"/>
          </a:xfrm>
          <a:prstGeom prst="roundRect">
            <a:avLst>
              <a:gd name="adj" fmla="val 1388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5935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ErrorView reutilizable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60720" y="38130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componente sirve para HomeScreen, DetalleScreen, ExplorarScreen y cualquier pantalla con fetch.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23560" y="4251960"/>
            <a:ext cx="3108960" cy="658368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43251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Reintentar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60720" y="454456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refrescar() — la misma función que el pull-to-refresh. No duplicar lógica.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735885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7358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VARIABLES DE ENTORNO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de entorno en Expo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URL de la API no va hardcodeada en el código — va en variables de entorno.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2487168"/>
          </a:xfrm>
          <a:prstGeom prst="roundRect">
            <a:avLst>
              <a:gd name="adj" fmla="val 367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.env  — nunca commitear a git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API_URL=https://mi-proyecto.supabase.co/rest/v1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API_KEY=eyJhbGciOiJIUzI1NiIsInR5...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app.config.ts  — expone las variables a Expo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ExpoConfig } from 'expo/config';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(): ExpoConfig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  'Mi App UNP',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slug:   'mi-app-unp',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apiUrl: process.env.API_URL,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apiKey: process.env.API_KEY,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services/api.ts  — consume las variables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Constants from 'expo-constants';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API_URL = Constants.expoConfig?.extra?.apiUrl as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API_KEY = Constants.expoConfig?.extra?.apiKey as string;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4023360"/>
            <a:ext cx="5029200" cy="932688"/>
          </a:xfrm>
          <a:prstGeom prst="roundRect">
            <a:avLst>
              <a:gd name="adj" fmla="val 980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51376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.gitignore — agregar siempre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.env.local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.env.production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.env.example — commitear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Copiar como .env y completar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API_URL=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API_KEY=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23560" y="1417320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50876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commitear .env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1783080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.env al .gitignore ANTES del primer commit. Una API key expuesta es una brecha de seguridad real.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624328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7157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sí va a git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990088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de ejemplo (sin valores) va commiteado para que el equipo sepa qué variables configurar.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3831336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92277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Secrets para producción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4197096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Clase 10 con EAS Build, las variables se configuran como secrets en el panel de Expo, no en .env.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JSON-SERVER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json-server — API falsa para desarrollo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equipo no tiene API propia, json-server provee un REST API completo en 5 minutos.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2212848"/>
          </a:xfrm>
          <a:prstGeom prst="roundRect">
            <a:avLst>
              <a:gd name="adj" fmla="val 413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la computadora del líder de proyecto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json-server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db.json con los datos del proyecto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(migrar el contenido de mockData.ts)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Iniciar servidor en el puerto 3000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json-server --watch db.json --port 3000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Rutas disponibles automáticamente: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/productos        → array completo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/productos/1      → producto con id=1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/productos        → crear nuevo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/productos/1      → reemplazar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 /productos/1      → actualizar parcial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/productos/1      → eliminar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749040"/>
            <a:ext cx="5029200" cy="1243584"/>
          </a:xfrm>
          <a:prstGeom prst="roundRect">
            <a:avLst>
              <a:gd name="adj" fmla="val 735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77056"/>
            <a:ext cx="46634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db.json — estructura del proyecto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"productos":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"id":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"nombre": "Auriculares BT",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"precio": 12999,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"imagen": "https://picsum.photos/seed/p1/400/300",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"categoria": "electronica",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"disponible":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"usuarios":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23560" y="1417320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50876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desde el celular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1783080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IP local: http://192.168.x.x:3000 (no localhost). El cel y la PC deben estar en la misma red WiFi.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624328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7157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Railway / Render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990088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del json-server en Railway o Render → URL pública accesible desde cualquier red. Gratis.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3831336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92277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Supabase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4197096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usan Supabase, el REST API viene incluido — url/rest/v1/tabla. Se conecta con el api key.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836115" cy="274320"/>
          </a:xfrm>
          <a:prstGeom prst="roundRect">
            <a:avLst>
              <a:gd name="adj" fmla="val 23333"/>
            </a:avLst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8361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FIREBASE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— backend sin servidor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Firebase provee base de datos, auth y storage listos — sin API propia ni servidor.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Instalar SDK de Firebase para Expo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install firebase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services/firebase.ts — configuración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initializeApp } from 'firebase/app';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getFirestore }  from 'firebase/firestore';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getAuth }       from 'firebase/auth';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firebaseConfig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apiKey:    process.env.EXPO_PUBLIC_FB_API_KEY,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projectId: process.env.EXPO_PUBLIC_FB_PROJECT_ID,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appId:     process.env.EXPO_PUBLIC_FB_APP_ID,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resto de campos del panel Firebase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app  = initializeApp(firebaseConfig);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db   = getFirestore(app);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auth = getAuth(app);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services/productosService.ts — Firestore CRUD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collection, getDocs, doc, getDoc,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addDoc, serverTimestamp } from 'firebase/firestore';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db } from './firebase';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productosService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getAll: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snap = await getDocs(collection(db, 'productos'));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snap.docs.map(d=&gt;({ id:d.id, ...d.data()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getById: async (id:string)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snap = await getDoc(doc(db, 'productos', id));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snap.exists() ? {id:snap.id,...snap.data()} :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create: async (p:any)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addDoc(collection(db,'productos'),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...p, creadoEn: serverTimestamp()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delete: async (id:string)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deleteDoc(doc(db, 'productos', id)),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417320"/>
          <a:ext cx="3108960" cy="2304288"/>
        </p:xfrm>
        <a:graphic>
          <a:graphicData uri="http://schemas.openxmlformats.org/drawingml/2006/table">
            <a:tbl>
              <a:tblPr/>
              <a:tblGrid>
                <a:gridCol w="1024128"/>
                <a:gridCol w="694944"/>
                <a:gridCol w="694944"/>
                <a:gridCol w="694944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Firebase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D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2238"/>
                          </a:solidFill>
                        </a:rPr>
                        <a:t>Supabase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F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json-server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SDK nativo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sí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— 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— 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Auth incluida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sí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sí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 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Realtime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sí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sí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 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SQL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 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sí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 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Gratis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tier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tier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sí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Setup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Medio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Medio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Fácil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23560" y="3840480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391363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onSnapshot — tiempo real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60720" y="41330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sin pull-to-refresh. Ideal para chats y dashboards colaborativos.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23560" y="4498848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45720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incluida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60720" y="47914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signInWithEmailAndPassword, Google, GitHub. Se completa en Clase 8.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· TIEMPO REAL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onSnapshot — listas en tiempo real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killer feature de Firebase: la UI se actualiza sola cuando alguien modifica un documento.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51206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45336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hooks/useProductos.ts — variante Firebase con onSnapshot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useEffect, useState } from 'react';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collection, onSnapshot,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query, orderBy } from 'firebase/firestore';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db } from '@/services/firebase';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 } from '@/types';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useProductos()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[productos, setProductos] = useState&lt;Producto[]&gt;([]);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[cargando,  setCargando]  = useState(true);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    setError]     = useState&lt;string | null&gt;(null);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q = query(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collection(db, 'productos'),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orderBy('nombre', 'asc')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onSnapshot devuelve la función de unsuscribe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unsub = onSnapshot(q,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(snap)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data = snap.docs.map(d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id: d.id,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...d.data() as Omit&lt;Producto, 'id'&gt;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setProductos(data);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setCargando(false);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(err) =&gt; { setError(err.message); setCargando(false);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unsub; // cleanup: cancela la suscripción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 necesita refrescar() — onSnapshot activa el re-render solo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productos, cargando, error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14173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axios — diferencias clave: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0" y="1764792"/>
            <a:ext cx="3017520" cy="768096"/>
          </a:xfrm>
          <a:prstGeom prst="roundRect">
            <a:avLst>
              <a:gd name="adj" fmla="val 11905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8379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refrescar() ni pull-to-refresh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52160" y="207568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onSnapshot actualiza el estado automáticamente ante cualquier cambio en Firestore.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642616"/>
            <a:ext cx="3017520" cy="768096"/>
          </a:xfrm>
          <a:prstGeom prst="roundRect">
            <a:avLst>
              <a:gd name="adj" fmla="val 1190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7157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cleanup es la unsuscribe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52160" y="29535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que retorna useEffect es directamente la función de unsuscribe — más simple que AbortController.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3520440"/>
            <a:ext cx="3017520" cy="768096"/>
          </a:xfrm>
          <a:prstGeom prst="roundRect">
            <a:avLst>
              <a:gd name="adj" fmla="val 11905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35935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AbortController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52160" y="383133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gestiona la cancelación internamente. Solo retornás unsub en el cleanup.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4398264"/>
            <a:ext cx="3017520" cy="768096"/>
          </a:xfrm>
          <a:prstGeom prst="roundRect">
            <a:avLst>
              <a:gd name="adj" fmla="val 1190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447141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seguridad en Firebase Console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52160" y="47091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Firestore Rules antes del taller: lectura pública, escritura autenticada.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· SETUP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— setup completo paso a paso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Firebase desde cero — consola, variables de entorno y reglas de seguridad.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149047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proyecto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7282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console.firebase.google.com → Nuevo proyecto → Continuar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97280" y="19385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del proyecto debe ser único en Firebase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600200"/>
            <a:ext cx="420624" cy="420624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600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149047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Firestore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17282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→ Firestore Database → Create database → Start in test mode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49240" y="19385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mode permite lectura/escritura sin auth por 30 días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395728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578608"/>
            <a:ext cx="420624" cy="420624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578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24688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app web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7066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Configuración → Tus apps → &lt;/&gt; (Web) → Copiar firebaseConfig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97280" y="29169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apiKey, projectId, appId al .env con prefijo EXPO_PUBLIC_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395728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578608"/>
            <a:ext cx="420624" cy="420624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578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24688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7066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.env: EXPO_PUBLIC_FB_API_KEY=AIzaSy...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49240" y="29169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lee EXPO_PUBLIC_* automáticamente — sin app.config.ts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3374136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3557016"/>
            <a:ext cx="420624" cy="420624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5570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97280" y="34472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colección inicial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7280" y="3685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 → Start collection → productos → Add document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97280" y="38953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los datos de mockData.ts a Firestore desde la consola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3374136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3557016"/>
            <a:ext cx="420624" cy="420624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5570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49240" y="34472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Security Rules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3685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 → Rules → Publicar reglas de producción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349240" y="38953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read: if true; allow write: if request.auth != null;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11480" y="4352544"/>
            <a:ext cx="8321040" cy="36576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41655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Las reglas en test mode expiran en 30 días. Para producción (Clase 10): configurar reglas restrictivas con request.auth.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660904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· DATOS REMOTOS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de fetch en React Native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más comunes que hacen que el código sea difícil de mantener.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490472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9047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0704" y="147218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directo dentro del componente con useEffect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1728216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72821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0704" y="170992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Extraer en custom hook: useProductos(), useProductoById()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60704" y="193852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componente no debería saber cómo se cargan los datos — solo renderizar.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304288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377440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3774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0704" y="235915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console.log(error) y no mostrar nada al usuario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" y="2615184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615184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0704" y="259689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setError(err.message); mostrar &lt;ErrorView /&gt; con botón Reintentar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60704" y="282549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no puede saber que algo falló si la app no se lo dice.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191256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264408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264408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0704" y="324612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de API hardcodeada: 'http://192.168.1.1:3000'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0352" y="3502152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50215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60704" y="348386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Constants.expoConfig.extra.apiUrl desde variables de entorno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60704" y="371246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URL cambia entre desarrollo y producción. Las variables de entorno lo resuelven.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078224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151376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15137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60704" y="413308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 sin [] — fetch en cada render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" y="4389120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38912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60704" y="437083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 cargar(); }, [])  con array vacío o dependencias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60704" y="459943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 array, el componente hace un fetch en cada re-render — loop infinito.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28016"/>
            <a:ext cx="2286000" cy="292608"/>
          </a:xfrm>
          <a:prstGeom prst="roundRect">
            <a:avLst>
              <a:gd name="adj" fmla="val 2187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· mockData → API real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229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reales en la app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mockData.ts eliminado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2505456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services/api.ts con axios. Instanciar con baseURL de json-server o Supabase. Interceptor básico.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5152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9744" y="250545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2392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22392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useProductos() y useProductoById(id) reemplazando el mockData. 5 estados: idle, loading, success, error, empty.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" y="4023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 estados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SkeletonCard para loading, ErrorView con Reintentar, pull-to-refresh conectado al hook. En HomeScreen y Detalle.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402336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2392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+ PR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22392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mockData.ts del proyecto. Verificar que TODO el proyecto funciona con API real. PR con evidencia.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136038" cy="274320"/>
          </a:xfrm>
          <a:prstGeom prst="roundRect">
            <a:avLst>
              <a:gd name="adj" fmla="val 23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1360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· WORKSHOP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— 2 horas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y C trabajan en paralelo — se unen en D para la integración final.</a:t>
            </a:r>
            <a:endParaRPr lang="en-US" sz="1300" dirty="0"/>
          </a:p>
        </p:txBody>
      </p:sp>
      <p:pic>
        <p:nvPicPr>
          <p:cNvPr id="10" name="Image 0" descr="Plan de trabajo del workshop Clas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51094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5109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· VERSIÓN MÍNIMA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Versión mínima para arrancar el workshop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base que los grupos copian y extienden. Funciona en 15 minutos.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services/api.ts — MÍNIMO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axios from 'axios';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api = axios.create({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baseURL: 'http://TU-IP:3000',  // cambiar por IP real o Supabase 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timeout: 8000,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hooks/useProductos.ts — MÍNIMO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useEffect } from 'react';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api } from '@/services/api';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 } from '@/types';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useProductos()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[productos, setProductos] = useState&lt;Producto[]&gt;([]);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[cargando,  setCargando]  = useState(true);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    setError]     = useState&lt;string | null&gt;(null);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api.get&lt;Producto[]&gt;('/productos')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.then(r =&gt; setProductos(r.data))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.catch(e =&gt; setError(e.message))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.finally(() =&gt; setCargando(false));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productos, cargando, error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HomeScreen — reemplazar el import del mock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ANTES: import { PRODUCTOS_MOCK } from '@/data/mockData';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DESPUÉS: (nada — el hook ya trae los datos)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productos, cargando, error } = useProductos();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· CLASE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archivos — Clase 5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nuevo que se agrega y lo que se elimina en esta clase.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166360" cy="297180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80060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services/                  ← NUEVO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api.ts                 ← axios instance + interceptors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productosService.ts    ← CRUD tipado de la entidad principal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hooks/                     ← ACTUALIZADO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useProductos.ts        ← consume productosService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useProductoById.ts     ← para DetalleScreen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components/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SkeletonCard.tsx       ← NUEVO: placeholder animado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ErrorView.tsx          ← NUEVO: error + reintentar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data/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mockData.ts            ← ELIMINAR al final del workshop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.env                       ← NUEVO (no commitear)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API_URL=http://192.168.x.x:3000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417320"/>
            <a:ext cx="2944368" cy="2971800"/>
          </a:xfrm>
          <a:prstGeom prst="roundRect">
            <a:avLst>
              <a:gd name="adj" fmla="val 3106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536192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migración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93852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93852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36208" y="19568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services/api.ts creado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97880" y="225856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25856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36208" y="22768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useProductos usa la API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257860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5786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36208" y="25968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useProductoById usa la API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289864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8986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36208" y="2916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 usa el hook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97880" y="321868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321868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36208" y="32369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DetalleScreen usa el hook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97880" y="353872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353872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36208" y="3557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SkeletonCard implementado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97880" y="385876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85876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36208" y="38770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ErrorView implementado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97880" y="417880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41788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36208" y="41970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Pull-to-refresh funciona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97880" y="449884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44988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🗑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36208" y="45171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mockData.ts ELIMINADO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97880" y="481888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481888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36208" y="48371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en .gitignore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86077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· CLASE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code review — datos remotos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reviewer debe verificar antes de aprobar el PR de Clase 5.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0876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8366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¿baseURL viene de variables de entorno?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2037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¿.env está en el .gitignore?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5237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505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timeout está configurado?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50876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508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88366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hook maneja error además de loading?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0370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array de dependencias en useEffect?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5237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05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hook tiene cleanup / AbortController?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090672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18211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182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UI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355701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538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muestra skeleton en el loading inicial?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387705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ErrorView con botón Reintentar?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419709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¿FlatList tiene onRefresh + refreshing?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090672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18211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182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del mock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5570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3538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¿mockData.ts fue eliminado (no comentado)?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87705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hay imports de mockData en el código?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419709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app funciona sin internet? (debe dar error)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2860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· DATOS REMOTOS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con fetch en React Native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mensajes de error más frecuentes y cómo resolverlos.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087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0876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" y="148132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request failed — TypeError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dispositivo no llega a la URL. Verificar que la IP sea la del PC (no localhost) y que ambos estén en la misma red WiFi.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304288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39572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95728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" y="2368296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Axios Error: timeout of 8000ms exceeded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8072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servidor no responde. Verificar que json-server está corriendo. Aumentar timeout o usar try/catch para mostrar el error.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191256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28269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82696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2144" y="3255264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SyntaxError: JSON Parse error: Unexpected token &lt;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69417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API retornó HTML (error 404/500) en vez de JSON. Revisar la URL — puede haber un slash de más o de menos.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78224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16966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169664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52144" y="4142232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Can't perform a React state update on unmounted component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58114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fetch termina después de que el usuario navegó a otra pantalla. Implementar cleanup con AbortController en el useEffect.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8623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86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CLASE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workflow — Clase 5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sugeridas. A entrega primero para desbloquear a B y C.</a:t>
            </a:r>
            <a:endParaRPr lang="en-US" sz="1300" dirty="0"/>
          </a:p>
        </p:txBody>
      </p:sp>
      <p:pic>
        <p:nvPicPr>
          <p:cNvPr id="10" name="Image 0" descr="Git flow Clas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8321040" cy="3246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46451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4645152"/>
            <a:ext cx="178308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464515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feature/api-service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54680" y="4645152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54680" y="4645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feature/hooks-datos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937760" y="4645152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4645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feature/ux-estados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720840" y="4645152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46451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chore/remove-mockdata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78240" y="4645152"/>
            <a:ext cx="-640080" cy="256032"/>
          </a:xfrm>
          <a:prstGeom prst="roundRect">
            <a:avLst>
              <a:gd name="adj" fmla="val -14286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9680" y="4663440"/>
            <a:ext cx="-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chore/remove-mockdata es la última rama — eliminar el mock después de que los hooks estén probados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grupal — Clase 5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mergeado en main. mockData eliminado. App funcionando con datos reales.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37160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37160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33502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services/api.ts configurado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1527048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con baseURL de variables de entorno, timeout y cabeceras básicas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746504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1965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81965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17830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productosService.ts implementado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1975104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getAll(), getById(), create() tipados con mapper si la API difiere de los tipos internos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194560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26771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26771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23113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useProductos() funcionando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" y="2423160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estados: idle, loading, success, error, empty — con refrescar()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642616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271576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71576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26791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useProductoById(id) funcionando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5840" y="2871216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AbortController cleanup y manejo de error 404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090672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163824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16382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31272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SkeletonCard implementado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" y="331927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durante el loading inicial — animación de pulsado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538728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361188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61188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57530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ErrorView con Reintentar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" y="3767328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en error de red. Botón llama a refrescar()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986784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" y="405993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05993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05840" y="40233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Pull-to-refresh en FlatList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05840" y="4215384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onRefresh y refreshing conectados al hook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4434840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0352" y="450799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450799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05840" y="447141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mockData.ts eliminado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005840" y="4663440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muestra el commit de eliminación — no comentado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" y="4882896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0352" y="495604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" y="495604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05840" y="49194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(bonus)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005840" y="5111496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el fetch manual por useQuery de @tanstack/react-query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808976" y="4956048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08976" y="495604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5330952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0352" y="5404104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" y="540410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05840" y="536752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Paginación (bonus)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005840" y="555955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más al llegar al final con FlatList onEndReached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808976" y="5404104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08976" y="540410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11480" y="4892040"/>
            <a:ext cx="8321040" cy="146304"/>
          </a:xfrm>
          <a:prstGeom prst="roundRect">
            <a:avLst>
              <a:gd name="adj" fmla="val 625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4919472"/>
            <a:ext cx="79552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 debe incluir el commit que elimina mockData.ts — evidencia de que la migración está completa.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0"/>
            <a:ext cx="123444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502920"/>
            <a:ext cx="960120" cy="9601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5029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863840" y="1664208"/>
            <a:ext cx="868680" cy="8686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664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¿Consultas?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926080" cy="0"/>
          </a:xfrm>
          <a:prstGeom prst="line">
            <a:avLst/>
          </a:prstGeom>
          <a:noFill/>
          <a:ln w="1905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Aprendimos hoy: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665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estados de una petición HTTP — idle, loading, success, error, empty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8658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con [], [deps] y cleanup con AbortController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066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servicios: api.ts → service.ts → custom hook → screen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04495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2666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completa mockData → API real — sin cambiar los componentes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36499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467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loading y ErrorView — UX profesional de carga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6850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667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con expo-constants — API URL nunca hardcodeada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059936"/>
            <a:ext cx="6217920" cy="0"/>
          </a:xfrm>
          <a:prstGeom prst="line">
            <a:avLst/>
          </a:prstGeom>
          <a:noFill/>
          <a:ln w="9525">
            <a:solidFill>
              <a:srgbClr val="2A4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160520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6: Formularios, validación y CRUD completo — el proyecto tiene alta de ítems real.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 · Tecnicatura en Desarrollo de Software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Móviles — Clase 5: Datos Remotos y APIs</dc:title>
  <dc:subject>PptxGenJS Presentation</dc:subject>
  <dc:creator>Universidad Nacional de Pilar</dc:creator>
  <cp:lastModifiedBy>Universidad Nacional de Pilar</cp:lastModifiedBy>
  <cp:revision>1</cp:revision>
  <dcterms:created xsi:type="dcterms:W3CDTF">2026-06-12T21:34:56Z</dcterms:created>
  <dcterms:modified xsi:type="dcterms:W3CDTF">2026-06-12T21:34:56Z</dcterms:modified>
</cp:coreProperties>
</file>