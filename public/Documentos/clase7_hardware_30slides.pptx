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Motivar: la feature nativa es lo que diferencia una app mobile de una web. Hoy el proyecto usa el hardware real del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rápida del CRUD: crear un ítem, editarlo, borrarlo — flujo completo en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teoría es compacta — el tiempo en clase debe ir mayormente al workshop de features nativas.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nunca van a escribir Swift, Kotlin ni Objective-C. Expo hace ese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oro: pedir el permiso DESPUÉS de que el usuario entiende para qué sirve, no al arrancar la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hook es la tarea A del workshop — hacerlo bien porque lo usan las tres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en la descripción del permiso (cameraPermission) es lo que ve el usuario en iOS. Hacerlo descriptivo y honesto.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90% de los casos del proyecto: expo-image-picker es suficiente. expo-camera si necesitan vista previa personalizada o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quality: 0.7 es el balance óptimo entre tamaño y calidad para avatares. Para imágenes de producto usar 0.8.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Supabase Storage: usar el cliente de Supabase en lugar de FormData. Para Firebase Storage: uploadBytes() del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Accuracy.Balanced es el punto medio correcto para la mayoría de apps. High solo si la app es de navegación activa.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requiere react-native-maps. Necesita Google Maps API key en app.json para Android. iOS funciona sin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API key de Google Maps va en .env — EXPO_PUBLIC_GOOGLE_MAPS_KEY. Crear en console.cloud.google.com.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push notifications NO funcionan en Expo Go. Hoy implementamos locales. Push en Clase 10 con EAS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setNotificationHandler al nivel de módulo (fuera del hook) — se configura una sola vez al cargar el archivo.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tokenService.get() va en el interceptor de axios — se conecta en Clase 8. Hoy basta con definir el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es binaria: ¿es un secreto? → SecureStore. ¿No? → AsyncStorage. Nunca al revés.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upload de imagen ocurre ANTES del submit del formulario — así si falla el upload, el ítem no se crea a medias.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cuarto (quality: 1) es el error que más impacta en el servidor — ancho de banda y almacenamiento innecesarios.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segundo (simulador sin GPS) es el más frecuente. Tener dispositivos físicos listos para el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puede implementar una feature distinta. El grupo elige cuál es más relevante para su dominio.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Recomendación por tipo de proyecto: delivery → cámara + mapa. Turnos → notificaciones. E-commerce →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coding: montar este componente en PerfilScreen en 10 minutos. Luego el grupo agrega la cámara y el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del celular es obligatorio — las features de hardware no se pueden simular completamente en el emulador.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Rotar reviewer. La persona que hizo cámara revisa el de GPS, y viceversa.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grupo es de 3 personas: una hace A+B, otra A+C, la tercera A+D. Compartir el hook desde el principio.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entrega más visible del curso — los compañeros y el docente ven la feature en acción en el celular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documentación de Expo SDK es la más actualizada — siempre priorizar sobre tutoriales de YouTube.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Clase 8 el login fake de Clase 3 se reemplaza por Supabase Auth real. El tokenService conecta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Hito de hoy: la app usa hardware real del celular. El video del PR es la evidencia más contundente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457200"/>
            <a:ext cx="960120" cy="9601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del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dispositivo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3200400" cy="0"/>
          </a:xfrm>
          <a:prstGeom prst="line">
            <a:avLst/>
          </a:prstGeom>
          <a:noFill/>
          <a:ln w="1905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· GPS · Notificaciones · SecureStore · Permisos iOS/Android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Tecnicatura en Desarrollo de Software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5400000">
            <a:off x="7818120" y="1371600"/>
            <a:ext cx="914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· React Native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Clase 6 — CRUD completo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CRUD esté funcionando antes de agregar hardware — sin esto no hay base.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27048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270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14721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implementado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17099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con mensajes personalizados en schemas/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075688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85416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8541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1305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FormularioAlta funcionando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" y="236829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RHF + zodResolver, submit, toast de éxito, router.back()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843784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4378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27889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FormularioEditar con reset()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42416" y="302666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defaultValues del ítem, isDirty, PUT a la API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392424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02152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02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34472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con Alert.alert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42416" y="3685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destructiva, DELETE en la API, toast resultado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050792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160520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1605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2416" y="41056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configurado en _layout.tsx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2416" y="434340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react-native-toast-message visible en toda la app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15568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14300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43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15214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acceso al hardware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5568" y="137160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Expo SDK abstrae iOS y Android — sin Swift ni Kotlin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20700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20700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655064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682496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16916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permisos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iOS vs Android — requestPermissionsAsync, canAskAgain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174650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174650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194560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22199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221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2231136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e ImagePicker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15568" y="245059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expo-image-picker, CameraView, crop y upload de imagen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228600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28600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2734056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276148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" y="277063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y Ubicación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15568" y="299008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getCurrentPosition, watchPosition, geocodificación reversa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62672" y="282549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282549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273552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300984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3009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" y="331012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locales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115568" y="35295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scheduleNotificationAsync, triggers, canales Android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336499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336499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813048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" y="384048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15568" y="384962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SecureStore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115568" y="406908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token JWT de forma segura — preparar Clase 8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62672" y="390448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62672" y="390448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4352544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" y="4379976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4379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15568" y="43891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115568" y="460857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de permisos + feature nativa elegida + PR con video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662672" y="444398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62672" y="444398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HARDWARE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Expo accede al hardware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es la capa que traduce tu código TypeScript a llamadas nativas de iOS y Android.</a:t>
            </a:r>
            <a:endParaRPr lang="en-US" sz="1300" dirty="0"/>
          </a:p>
        </p:txBody>
      </p:sp>
      <p:pic>
        <p:nvPicPr>
          <p:cNvPr id="10" name="Image 0" descr="Arquitectura de acceso al hardware: TypeScript → Expo SDK → módulos nativos → 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615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6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PERMISOS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permisos iOS vs Android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el permiso correcto, en el momento correcto, con una explicación clara — UX fundamental.</a:t>
            </a:r>
            <a:endParaRPr lang="en-US" sz="1300" dirty="0"/>
          </a:p>
        </p:txBody>
      </p:sp>
      <p:pic>
        <p:nvPicPr>
          <p:cNvPr id="10" name="Image 0" descr="Flujo de permisos iOS y Android compar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3596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35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HOOK DE PERMISOS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usePermission — hook genérico reutilizable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hook maneja cualquier tipo de permiso — cámara, ubicación, notificaciones.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7492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hooks/usePermission.ts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useCallback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Alert, Linking } from 'react-native';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PermissionStatus = 'undetermined' | 'granted' | 'denied';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UsePermissionResult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   PermissionStatus;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request:   () =&gt; Promise&lt;boolean&gt;;  // retorna true si granted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goToSettings: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Recibe la función de request específica del módulo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usePermission(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requestFn: () =&gt; Promise&lt;{ status: string; canAskAgain?: boolean 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UsePermissionResult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[status, setStatus] = useState&lt;PermissionStatus&gt;('undetermined');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request = useCallback(async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result = await requestFn();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(result.status === 'granted')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setStatus('granted');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setStatus('denied');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En Android: si canAskAgain es false → ir a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(result.canAskAgain === false)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Alert.alert(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'Permiso requerido',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'Habilitá el permiso desde la configuración del dispositivo.',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text: 'Cancelar', style: 'cancel'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text: 'Ir a Settings', onPress: () =&gt; Linking.openSettings()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[requestFn]);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goToSettings = () =&gt; Linking.openSettings();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status, request, goToSettings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063240" cy="3547872"/>
          </a:xfrm>
          <a:prstGeom prst="roundRect">
            <a:avLst>
              <a:gd name="adj" fmla="val 29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545336"/>
            <a:ext cx="2697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con cámara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Camera } from 'expo-camera';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camPerm = usePermission(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Camera.requestCameraPermissionsAsync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abrirCamara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ok = await camPerm.request();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(ok) setMostrarCamara(true);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con ubicación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Location from 'expo-location';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locPerm = usePermission(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Location.requestForegroundPermissionsAsync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con notificaciones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Notifications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'expo-notifications';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notifPerm = usePermission(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Notifications.requestPermissionsAsync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MÓDULOS NATIVOS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los módulos de hardware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siempre npx expo install — instala la versión compatible con el SDK de Expo.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⚡ SIEMPRE usar expo install, no 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 la versión compatible con tu SDK de Expo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Cámara e imágenes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expo-camera expo-image-picker expo-image-manipulator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Ubicación y mapas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expo-location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react-native-maps   # mapa visual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Notificaciones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expo-notifications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Almacenamiento seguro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expo-secure-store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 app.json — declarar permisos 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"expo":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"plugins":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["expo-camera", { "cameraPermission": "Para foto de perfil" 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["expo-image-picker", { "photosPermission": "Para subir imágenes" 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["expo-location", { "locationAlwaysAndWhenInUsePermission": "Para el mapa" 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["expo-notifications"]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Reiniciar después de cambiar app.json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 --clear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85923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8592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CÁMARA E IMAGEPICKER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expo-camera vs expo-image-picker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herramientas para imágenes — elegir según el flujo que necesita la app.</a:t>
            </a:r>
            <a:endParaRPr lang="en-US" sz="1300" dirty="0"/>
          </a:p>
        </p:txBody>
      </p:sp>
      <p:pic>
        <p:nvPicPr>
          <p:cNvPr id="10" name="Image 0" descr="Comparativa expo-camera y expo-image-picker con flujo vis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IMAGEPICKER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 de perfil con expo-image-picker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más común: elegir de galería o cámara, recortar, guardar la URI.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hooks/useImagePicker.ts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ImagePicker from 'expo-image-picker';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useImagePicker()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[imageUri, setImageUri] = useState&lt;string | null&gt;(null);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[uploading, setUploading] = useState(false);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pickFromGallery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result = await ImagePicker.launchImageLibraryAsync({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mediaTypes: ImagePicker.MediaTypeOptions.Images,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allowsEditing: true,      // crop cuadrado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aspect:        [1, 1],    // 1:1 para avatar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quality:       0.7,       // comprimir al 70%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(!result.canceled)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setImageUri(result.assets[0].uri);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pickFromCamera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result = await ImagePicker.launchCameraAsync({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allowsEditing: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aspect:        [1, 1],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quality:       0.7,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(!result.canceled)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setImageUri(result.assets[0].uri);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imageUri, pickFromGallery, pickFromCamera, uploading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063240" cy="3547872"/>
          </a:xfrm>
          <a:prstGeom prst="roundRect">
            <a:avLst>
              <a:gd name="adj" fmla="val 29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545336"/>
            <a:ext cx="2697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PerfilScreen — uso del hook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imageUri,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pickFromGallery,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pickFromCamera } = useImagePicker();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Mostrar avatar + opciones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onPress={() =&gt; Alert.alert(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'Foto de perfil',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'¿Desde dónde?',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text: '📷 Cámara',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onPress: pickFromCamera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text: '🖼 Galería',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onPress: pickFromGallery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{imageUri ?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&lt;Image source={{uri: imageUri}}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style={styles.avatar}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: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style={styles.avatarPlaceholder}&gt;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&lt;Ionicons name='person' size={40}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color={Colors.textMuted}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&lt;/TouchableOpacity&gt;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3596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35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UPLOAD DE IMAGEN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imagen al servidor — multipart/form-data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URI local debe subirse al servidor para que otros usuarios puedan ver la imagen.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services/uploadService.ts — upload genérico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api } from './api';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uploadImage(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localUri: 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endpoint:  string   // '/usuarios/avatar' | '/productos/imagen'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Promise&lt;string&gt; {  // retorna URL pública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Crear FormData con el archivo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formData = new FormData();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formData.append('file',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uri:  localUri,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'image/jpeg',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'upload.jpg',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as any);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 } = await api.post&lt;{ url: string }&gt;(endpoint, formData,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'Content-Type': 'multipart/form-data'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data.url;  // URL pública en el servidor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el hook de imagen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subirAvatar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(!imageUri)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setUploading(true);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url = await uploadImage(imageUri, '/usuarios/avatar');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usuarioService.update({ avatar: url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Toast.show({ type: 'success', text1: 'Foto actualizada'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setUploading(false);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UBICACIÓN GPS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expo-location — tipos y precisión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Foreground, niveles de precisión y geocodificación — las tres capacidades clave de ubicación.</a:t>
            </a:r>
            <a:endParaRPr lang="en-US" sz="1300" dirty="0"/>
          </a:p>
        </p:txBody>
      </p:sp>
      <p:pic>
        <p:nvPicPr>
          <p:cNvPr id="10" name="Image 0" descr="expo-location: foreground, niveles de precisión y geocodificación rever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USELOCATION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useLocation — hook de ubicación tipado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hook que obtiene la posición y la dirección legible del usuario o del ítem.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7492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hooks/useLocation.ts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Location from 'expo-location';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LocationData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latitude: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longitude: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address?:  string;  // dirección legible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useLocation()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[location, setLocation] = useState&lt;LocationData | null&gt;(null);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 setLoading]  = useState(false);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setError]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obtenerUbicacion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setLoading(true);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setError(null);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{ status } = await Location.requestForegroundPermissionsAsync();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(status !== 'granted')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setError('Permiso de ubicación denegado');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pos = await Location.getCurrentPositionAsync({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accuracy: Location.Accuracy.Balanced,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Geocodificación reversa: coords → dirección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[addr] = await Location.reverseGeocodeAsync({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latitude:  pos.coords.latitude,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longitude: pos.coords.longitude,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setLocation({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latitude:  pos.coords.latitude,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longitude: pos.coords.longitude,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address:   `${addr.street ?? ''} ${addr.city ?? ''}`.trim(),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(err: any)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setError(err.message);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setLoading(false);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location, loading, error, obtenerUbicacion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063240" cy="3547872"/>
          </a:xfrm>
          <a:prstGeom prst="roundRect">
            <a:avLst>
              <a:gd name="adj" fmla="val 29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545336"/>
            <a:ext cx="2697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FormularioAlta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Agregar ubicación al crear ítem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location, loading,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obtenerUbicacion } = useLocation();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onPress={obtenerUbicacion}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disabled={loading}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&lt;Ionicons name='location-outline'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size={20}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{loading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'Obteniendo...'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location?.address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?? 'Agregar ubicación'}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&lt;/TouchableOpacity&gt;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Mapa en DetalleScreen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&lt;MapView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style={styles.mapa}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initialRegion={{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latitude:  item.lat,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longitude: item.lng,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latitudeDelta:  0.01,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longitudeDelta: 0.01,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&lt;Marker coordinate={{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latitude:  item.lat,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longitude: item.lng,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&lt;/MapView&gt;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76113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761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MAPVIEW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MapView — mapa nativo en la app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react-native-maps usa Apple Maps en iOS y Google Maps en Android automáticamente.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1481328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app.json — configurar Google Maps API key para Android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"expo":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"android":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"config":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"googleMaps":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"apiKey": "process.env.EXPO_PUBLIC_GOOGLE_MAPS_KEY"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017520"/>
            <a:ext cx="5029200" cy="1947672"/>
          </a:xfrm>
          <a:prstGeom prst="roundRect">
            <a:avLst>
              <a:gd name="adj" fmla="val 469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45536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components/MapaItem.tsx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MapView, { Marker, PROVIDER_GOOGLE } from 'react-native-maps';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StyleSheet } from 'react-native';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MapaItemProps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latitude: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longitude: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titulo: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MapaItem({ latitude, longitude, titulo }: MapaItemProps)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&lt;MapView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style={styles.mapa}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provider={PROVIDER_GOOGLE}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initialRegion={{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latitude,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latitudeDelta:  0.005,   // zoom: barrio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longitudeDelta: 0.005,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scrollEnabled={false}     // mapa estático en el detalle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&lt;Marker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coordinate={{ latitude, longitude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title={titulo}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pinColor='#1D4ED8'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&lt;/MapView&gt;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styles = StyleSheet.create({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mapa: { width: '100%', height: 200, borderRadius: 12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417320"/>
            <a:ext cx="3063240" cy="768096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49047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PROVIDER_GOOGLE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172821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en Android. En iOS se puede omitir — usa Apple Maps por defecto.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295144"/>
            <a:ext cx="30632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368296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scrollEnabled={false}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260604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estático en pantalla de detalle. El usuario puede presionar para abrir Maps.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172968"/>
            <a:ext cx="3063240" cy="768096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24612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latitudeDelta / longitudeDelta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3483864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 el zoom. 0.005 = barrio. 0.05 = ciudad. 0.5 = provincia.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4050792"/>
            <a:ext cx="30632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123944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gratis con límites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06440" y="436168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Platform: $200/mes gratis = ~28.000 requests de mapa. Suficiente para el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NOTIFICACIONES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expo-notifications — locales vs push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usamos locales — programadas desde el dispositivo. Push requiere EAS Build (Clase 10).</a:t>
            </a:r>
            <a:endParaRPr lang="en-US" sz="1300" dirty="0"/>
          </a:p>
        </p:txBody>
      </p:sp>
      <p:pic>
        <p:nvPicPr>
          <p:cNvPr id="10" name="Image 0" descr="Notificaciones locales vs push — arquitectura y trigg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35962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35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USENOTIFICATIONS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useNotifications — hook de notificaciones locales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los canales, solicitar permiso y programar notificaciones desde el hook.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7492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hooks/useNotifications.ts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Notifications from 'expo-notifications';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Platform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 } from 'react';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Configurar cómo se muestran las notificaciones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Notifications.setNotificationHandler({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handleNotification: async ()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shouldShowAlert: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shouldPlaySound: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shouldSetBadge: 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useNotifications()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Crear canal en Android (obligatorio)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(Platform.OS === 'android')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Notifications.setNotificationChannelAsync('default',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      'Notificaciones',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importance: Notifications.AndroidImportance.HIGH,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vibrationPattern: [0, 250, 250, 250],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lightColor: '#1D4ED8',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programar = async (titulo: string, cuerpo: string, segundos: number)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status } = await Notifications.requestPermissionsAsync();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(status !== 'granted') return null;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Notifications.scheduleNotificationAsync({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{ title: titulo, body: cuerpo, sound: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trigger: { seconds, repeats: false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cancelar = (id: string)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Notifications.cancelScheduledNotificationAsync(id);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cancelarTodas = ()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Notifications.cancelAllScheduledNotificationsAsync();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programar, cancelar, cancelarTodas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3063240" cy="3547872"/>
          </a:xfrm>
          <a:prstGeom prst="roundRect">
            <a:avLst>
              <a:gd name="adj" fmla="val 298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545336"/>
            <a:ext cx="2697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DetalleScreen (turno/evento)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programar } = useNotifications();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 confirmar un turno: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notifId = await programar(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'¡Turno confirmado!',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`${turno.servicio} — ${turno.hora}`,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600   // recordar en 10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 hacer checkout: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programar(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'Recordatorio de pago',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`Pedido #${order.id} vence en 1h`,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3600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Notificación diaria (Zustand persist)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programar(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'Stock bajo',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'3 productos con stock &lt; 5',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86400  // 24 horas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SECURESTORE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expo-secure-store — guardar el token JWT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de autenticación va en SecureStore — cifrado por el OS. Preparar para la Clase 8.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services/tokenService.ts — abstracción del almacenamiento seguro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SecureStore from 'expo-secure-store';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TOKEN_KEY    = 'session_token';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USER_ID_KEY  = 'session_user_id';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tokenService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Guardar token al hacer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save: async (token: string, userId: string)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SecureStore.setItemAsync(TOKEN_KEY,   token);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SecureStore.setItemAsync(USER_ID_KEY, userId);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Leer token (para el interceptor de axios)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get: () =&gt; SecureStore.getItemAsync(TOKEN_KEY),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Leer userId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getUserId: () =&gt; SecureStore.getItemAsync(USER_ID_KEY),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Eliminar al hacer logout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clear: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SecureStore.deleteItemAsync(TOKEN_KEY);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SecureStore.deleteItemAsync(USER_ID_KEY);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Clase 8 — interceptor de axios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api.interceptors.request.use(async (config)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await tokenService.get();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(token) config.headers.Authorization = `Bearer ${token}`;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config;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store de usuario (Clase 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await tokenService.get();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(token)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Restaurar sesión al abrir la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userId = await tokenService.getUserId();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useUsuarioStore.getState().login({ userId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303580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VS SECURESTORE VS MMKV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 local — cuándo usar cada uno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es simple: datos sensibles → SecureStore. Todo lo demás → AsyncStorage o MMKV.</a:t>
            </a:r>
            <a:endParaRPr lang="en-US" sz="1300" dirty="0"/>
          </a:p>
        </p:txBody>
      </p:sp>
      <p:pic>
        <p:nvPicPr>
          <p:cNvPr id="10" name="Image 0" descr="Comparativa AsyncStorage, SecureStore y MMK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73588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7358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IMAGEN EN FORMULARIO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imagen en el formulario de alta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de Clase 6 ahora puede incluir una imagen — subida antes del submit.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app/nuevo.tsx — actualizado con imagen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useImagePicker } from '@/hooks/useImagePicker';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uploadImage }    from '@/services/uploadService';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NuevoProductoScreen()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imageUri, pickFromGallery,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pickFromCamera, uploading } = useImagePicker();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control, handleSubmit, ... } = useForm&lt;ProductoForm&gt;({...});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onSubmit = async (data: ProductoForm)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imagenUrl = data.imagen;    // URL manual si la escribió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Si hay imagen local elegida → subir primero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(imageUri)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imagenUrl = await uploadImage(imageUri, '/productos/imagen');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productosService.create({ ...data, imagen: imagenUrl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Toast.show({ type: 'success', text1: '¡Producto creado!'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router.back();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&lt;KeyboardAvoidingView ...&gt;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Preview + botones de imagen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onPress={() =&gt; Alert.alert('Imagen', '¿Desde dónde?',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text: '📷 Cámara',  onPress: pickFromCamera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text: '🖼 Galería', onPress: pickFromGallery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{imageUri ?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&lt;Image source={{ uri: imageUri }} style={styles.preview}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 :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&lt;View style={styles.imagePlaceholder}&gt;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&lt;Ionicons name='image-outline' size={32}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&lt;Text&gt;Agregar imagen&lt;/Text&gt;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Campos del formulario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&lt;InputField control={control} name='nombre' label='Nombre'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&lt;InputField control={control} name='precio' label='Precio' keyboardType='numeric' 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onPress={handleSubmit(onSubmit)}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disabled={isSubmitting || uploading}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style={styles.btn}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&lt;Text&gt;{uploading ? 'Subiendo imagen...' : 'Crear producto'}&lt;/Text&gt;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&lt;/KeyboardAvoidingView&gt;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860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· HARDWARE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con hardware del dispositivo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más comunes que degradan la UX y el rendimiento al usar features nativas.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14721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Camera.requestCameraPermissionsAsync() al arrancar la app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2821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2821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0704" y="17099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Pedir el permiso cuando el usuario presiona el botón de cámara por primera vez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60704" y="19385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permisos antes de que el usuario entienda para qué → tasa de rechazo alta.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37744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774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" y="235915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Location.Accuracy.Highest en toda la sesión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2615184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1518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0704" y="25968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Location.Accuracy.Balanced y solo cuando se necesita — liberar con watchPosition.remove()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" y="28254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máxima precisión consume batería activamente. Siempre hacer cleanup en useEffect.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264408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64408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" y="324612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 token JWT en AsyncStorage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350215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50215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0704" y="34838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Guardar token JWT en SecureStore — cifrado por Keychain/Keystore del 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0704" y="37124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es texto plano. Cualquier app con acceso al sandbox puede leerlo.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15137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15137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0704" y="413308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quality: 1 al capturar imagen (sin compresión)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38912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8912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60704" y="43708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quality: 0.7 para avatares · 0.8 para imágenes de producto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60704" y="45994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de cámara sin comprimir puede ser 8-15MB. Con quality: 0.7 → 200-500KB.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· HARDWARE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con módulos de hardware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frecuentes y su causa exacta — la mayoría son de permisos.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" y="148132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Camera permissions not granted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Llamar a Camera.requestCameraPermissionsAsync() antes de usar la cámara. Verificar que el permiso fue aceptado y no solo solicitado.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9572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9572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" y="2368296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Location provider is unavailable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simulador de iOS no tiene GPS real. Probar en dispositivo físico. En Expo Go en simulador: Debug → Location → Custom Location.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28269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82696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" y="3255264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Notifications: This device does not support notifications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6941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Las notificaciones push no funcionan en Expo Go. Las locales sí. Verificar que no se está intentando usar push tokens en Expo Go.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696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69664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52144" y="4142232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SecureStore: Value too large — max 2048 bytes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811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SecureStore tiene límite de 2KB por valor. Para objetos grandes, guardar solo el ID o usar AsyncStorage cifrado manualmente.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"/>
            <a:ext cx="2286000" cy="292608"/>
          </a:xfrm>
          <a:prstGeom prst="roundRect">
            <a:avLst>
              <a:gd name="adj" fmla="val 2187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· Feature nativa del proyecto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usa el hardware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celular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505456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permisos + SecureStore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usePermission() genérico reutilizable. tokenService con SecureStore. Todo el grupo lo necesita para Clase 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50545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Cámara / Galería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22392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useImagePicker + upload. Foto de perfil en PerfilScreen e imagen en FormularioAlta. Alert de selección.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40233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+ Mapa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useLocation + reverseGeocode. MapView en DetalleScreen. Coordenadas guardadas al crear ítem.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4023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Notificaciones locales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22392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useNotifications. Recordatorio al crear turno/evento. Canal Android configurado. Cancelar al borrar ítem.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· WORKSHOP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2 horas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 obligatorio para todos. B, C y D se distribuyen según el dominio del proyecto.</a:t>
            </a:r>
            <a:endParaRPr lang="en-US" sz="1300" dirty="0"/>
          </a:p>
        </p:txBody>
      </p:sp>
      <p:pic>
        <p:nvPicPr>
          <p:cNvPr id="10" name="Image 0" descr="Plan de workshop Clase 7: permisos compartidos + feature nativa por domin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VERSIÓN MÍNIMA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Versión mínima para arrancar el workshop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más simple de ImagePicker. Los grupos lo extienden con upload y Camera.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Versión mínima — foto de perfil sin upload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ImagePicker from 'expo-image-picker';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Image, TouchableOpacity, Text, StyleSheet } from 'react-native';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AvatarPicker()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[uri, setUri]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elegir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status } = await ImagePicker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.requestMediaLibraryPermissionsAsync();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(status !== 'granted')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alert('Necesitamos permiso para acceder a las fotos');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result = await ImagePicker.launchImageLibraryAsync({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allowsEditing: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aspect:        [1, 1],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quality:       0.7,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(!result.canceled)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setUri(result.assets[0].uri);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&lt;TouchableOpacity onPress={elegir}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{uri ?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&lt;Image source={{ uri }} style={styles.avatar}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 :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style={styles.placeholder}&gt;+ Foto&lt;/Text&gt;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· CLASE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archivos — Clase 7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agrega al proyecto en esta clase.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297180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hooks/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usePermission.ts       ← NUEVO: hook genérico de permisos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useImagePicker.ts      ← NUEVO: galería + cámara + upload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useLocation.ts         ← NUEVO: GPS + geocodificación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useNotifications.ts    ← NUEVO: locales + canales Android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services/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tokenService.ts        ← NUEVO: SecureStore para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uploadService.ts       ← NUEVO: multipart/form-data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components/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AvatarPicker.tsx       ← NUEVO: selector de imagen de perfil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MapaItem.tsx           ← NUEVO: MapView con Marker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├── (tabs)/perfil.tsx      ← ACTUALIZADO: foto de perfil 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├── nuevo.tsx              ← ACTUALIZADO: imagen en formulario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detalle/[id].tsx       ← ACTUALIZADO: mapa o notificación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2944368" cy="2971800"/>
          </a:xfrm>
          <a:prstGeom prst="roundRect">
            <a:avLst>
              <a:gd name="adj" fmla="val 310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36192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hardware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93852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93852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36208" y="19568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usePermission() implementado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97880" y="225856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2585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36208" y="22768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tokenService.ts con SecureStore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257860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57860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36208" y="25968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feature nativa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89864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8986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36208" y="29169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pedido correctamente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321868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2186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6208" y="32369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canAskAgain → Linking.openSettings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353872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53872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36208" y="35570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0.7 en ImagePicker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385876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8587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36208" y="38770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en watchPositionAsync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97880" y="417880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417880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6208" y="41970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Android en notificaciones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97880" y="449884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44988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45171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visible en la app real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97880" y="4818888"/>
            <a:ext cx="256032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48188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36208" y="483717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con video del celular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· CLASE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code review — hardware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reviewer verifica antes de aprobar el PR de Clase 7.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permiso se pide cuando el usuario lo necesita (no al arrancar)?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037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maneja canAskAgain === false con Linking.openSettings?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5237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mensaje de permiso en app.json es claro y honesto?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50876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/ Imagen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8836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¿quality está entre 0.7 y 0.8 (no 1)?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037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muestra preview de la imagen antes de subir?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upload falla gracefully con un toast de error?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182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557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usa Accuracy.Balanced (no Highest)?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8770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¿watchPositionAsync tiene cleanup con .remove()?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1970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mapa tiene scrollEnabled={false} en el detalle?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182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SecureStore / Notif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570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token JWT está en SecureStore (no AsyncStorage)?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7705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notificaciones tienen canal Android configurado?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1970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¿cancelar() se llama al borrar el ítem/turno?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CLASE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— Clase 7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rama A (permisos + SecureStore) se mergea primero — las demás la necesitan.</a:t>
            </a:r>
            <a:endParaRPr lang="en-US" sz="1300" dirty="0"/>
          </a:p>
        </p:txBody>
      </p:sp>
      <p:pic>
        <p:nvPicPr>
          <p:cNvPr id="10" name="Image 0" descr="Git flow Clas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8321040" cy="3246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46451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46451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645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feature/permission-hook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464515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55848" y="4645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feature/image-picker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294376" y="4645152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94376" y="46451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feature/location-map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141464" y="464515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41464" y="4645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feature/notifications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079992" y="4645152"/>
            <a:ext cx="-941832" cy="256032"/>
          </a:xfrm>
          <a:prstGeom prst="roundRect">
            <a:avLst>
              <a:gd name="adj" fmla="val -970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71432" y="4663440"/>
            <a:ext cx="-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permission-hook se mergea primero — las otras 3 ramas lo usan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grupal — Clase 7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mergeado. Feature nativa funcionando en dispositivo físico. Video en el PR.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35331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35331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33502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usePermission() implementado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150876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genérico que maneja cualquier tipo de permiso y canAskAgain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70992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76479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76479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17465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tokenService.ts con SecureStore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192024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get, getUserId y clear — preparado para el interceptor de Clase 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12140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17627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1762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15798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feature nativa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233172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Cámara, GPS o notificaciones — funcionando en dispositivo físico real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53288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258775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58775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56946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pedido correctamente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274320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cuando el usuario lo necesita, con mensaje claro y manejo de rechazo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94436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299923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29992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298094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integrada al proyecto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" y="315468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ejemplo aislado — está conectada al flujo real del CRUD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35584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41071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41071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39242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 el PR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356616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feature funcionando en el celular físico — no en simulador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76732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382219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82219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5840" y="380390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2da feature nativa (bonus)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05840" y="397764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segunda feature (cámara + mapa, o cámara + notificación)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08976" y="3822192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08976" y="382219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417880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" y="423367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23367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" y="421538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Supabase Storage (bonus)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005840" y="438912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upload de FormData por el cliente de Supabase Storage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08976" y="4233672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08976" y="42336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1480" y="4590288"/>
            <a:ext cx="8321040" cy="356616"/>
          </a:xfrm>
          <a:prstGeom prst="roundRect">
            <a:avLst>
              <a:gd name="adj" fmla="val 2564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0352" y="464515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464515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05840" y="4626864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(bonus)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005840" y="4800600"/>
            <a:ext cx="7589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al usuario tap en el mapa para elegir ubicación — no solo ver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808976" y="4645152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08976" y="464515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11480" y="5047488"/>
            <a:ext cx="8321040" cy="146304"/>
          </a:xfrm>
          <a:prstGeom prst="roundRect">
            <a:avLst>
              <a:gd name="adj" fmla="val 625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5074920"/>
            <a:ext cx="79552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debe mostrar la feature en un celular físico — el simulador no tiene GPS ni cámara real.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y recursos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2724912" cy="3657600"/>
          </a:xfrm>
          <a:prstGeom prst="roundRect">
            <a:avLst>
              <a:gd name="adj" fmla="val 335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" y="1719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docs.expo.dev/sdk/camera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2048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expo-camera — API completa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" y="272491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7980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docs.expo.dev/sdk/image-picker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expo-image-picker — galería y cámara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" y="373075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803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docs.expo.dev/sdk/location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" y="4059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expo-location — GPS y geocodificación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1170432"/>
            <a:ext cx="2724912" cy="3657600"/>
          </a:xfrm>
          <a:prstGeom prst="roundRect">
            <a:avLst>
              <a:gd name="adj" fmla="val 33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módulos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01568" y="1719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docs.expo.dev/sdk/notifications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2048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expo-notifications — locales y push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72491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7980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docs.expo.dev/sdk/secure-store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 — cifrado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373075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803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github.com/react-native-maps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93008" y="4059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react-native-maps — MapView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1170432"/>
            <a:ext cx="2724912" cy="3657600"/>
          </a:xfrm>
          <a:prstGeom prst="roundRect">
            <a:avLst>
              <a:gd name="adj" fmla="val 335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extra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1719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console.cloud.google.com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048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Key — gratis con límites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72491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7980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snack.expo.dev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Snack — probar sin instalar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73075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803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notjust.dev/courses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4059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con features nativas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493776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la clase disponible en el aula virtual de la Universidad Nacional de Pilar.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8 — Autenticación real y backend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SecureStore listo desde Clase 7, la Clase 8 conecta el login real con el servidor.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910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910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66544" y="16093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signInWithEmailAndPassword, OAuth con Google/GitHub, sesión persistente con refresh tokens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1671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2768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768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interceptor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66544" y="22951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del login va a SecureStore y al interceptor de axios — cada request lleva la sesión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626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626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protegidas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6544" y="29809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_layout.tsx redirige a /(auth) si no hay sesión — el grupo de (auth) de Clase 3 cobra sentido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5387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484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484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— Row Level Security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66544" y="36667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filtra automáticamente los datos por usuario autenticado — privacidad real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3342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3342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66544" y="43525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real + rutas protegidas + token en SecureStore + datos del usuario en la nube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937760"/>
            <a:ext cx="8321040" cy="164592"/>
          </a:xfrm>
          <a:prstGeom prst="roundRect">
            <a:avLst>
              <a:gd name="adj" fmla="val 5555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965192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tokenService.ts listo — es el conector entre el login y el resto de la app.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123444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502920"/>
            <a:ext cx="960120" cy="9601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¿Consultas?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926080" cy="0"/>
          </a:xfrm>
          <a:prstGeom prst="line">
            <a:avLst/>
          </a:prstGeom>
          <a:noFill/>
          <a:ln w="1905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 hoy: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48256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2996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abstrae iOS y Android — sin Swift ni Kotlin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35000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317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permisos — flujo correcto con canAskAgain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65176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334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usePermission() — hook genérico reutilizable para cualquier permiso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95351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352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expo-image-picker — foto de perfil con calidad optimizada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255264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3697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expo-location — GPS, geocodificación y mapa con react-native-maps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557016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3872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expo-notifications — locales con triggers y canales Android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85876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404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 — tokenService listo para Clase 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133088"/>
            <a:ext cx="6217920" cy="0"/>
          </a:xfrm>
          <a:prstGeom prst="line">
            <a:avLst/>
          </a:prstGeom>
          <a:noFill/>
          <a:ln w="9525">
            <a:solidFill>
              <a:srgbClr val="2A4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2452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8: autenticación real — el login fake de Clase 3 se convierte en sesión real.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 · Tecnicatura en Desarrollo de Software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Móviles — Clase 7: Hardware del dispositivo</dc:title>
  <dc:subject>PptxGenJS Presentation</dc:subject>
  <dc:creator>Universidad Nacional de Pilar</dc:creator>
  <cp:lastModifiedBy>Universidad Nacional de Pilar</cp:lastModifiedBy>
  <cp:revision>1</cp:revision>
  <dcterms:created xsi:type="dcterms:W3CDTF">2026-06-15T22:59:11Z</dcterms:created>
  <dcterms:modified xsi:type="dcterms:W3CDTF">2026-06-15T22:59:11Z</dcterms:modified>
</cp:coreProperties>
</file>