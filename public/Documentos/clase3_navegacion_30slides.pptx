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Preguntar quiénes mergearon el PR de Clase 2. Conectar: hoy vamos a conectar todas las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2 grupos que muestren su FlatList con datos en el celular. Si alguien no tiene el PR listo, que trabaje en la rama de un compañero.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horas: 1h 40m teoría + 2h workshop. No cortar el workshop por la teoría.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del Stack: como una pila de platos. Tabs: como los marcadores del navegador, siempre accesibles.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 Router es el estándar recomendado por Expo desde 2023. React Navigation sigue siendo válido pero más verboso.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crear un archivo nuevo en app/ y ver cómo aparece la ruta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tipo de navegación usa Instagram? Tabs (principal) + Stack (detalle de foto) + Modal (cámara).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layout que todos deben tener al finalizar el workshop. Crearlo juntos en live coding.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(auth) y (tabs) son grupos — el paréntesis NO aparece en la URL. Son solo para organizar layouts.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@expo/vector-icons: npx expo install @expo/vector-icons — ya viene con Expo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del archivo [id] define el nombre del parámetro. Si el archivo se llamara [slug].tsx, el parámetro sería slug.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presionar una tarjeta y ver cómo navega al detalle con el nombre del producto en el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práctica: Link en JSX declarativo, router.push() cuando hay lógica antes de navegar.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adapta este diagrama a su proyecto. El flujo de auth (login → tabs) se implementa en Clase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login es un botón falso. En Clase 8 lo reemplazamos con Supabase Auth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headerRight con el ícono de usuario es el patrón estándar para acceder al perfil.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npx expo start --clear después de cualquier cambio en app.json o package.json.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explorar.tsx y perfil.tsx son placeholders por ahora. Los llenamos en clases 5 y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primero es el más confuso. Reproducirlo intencionalmente para que vean el mensaje exacto.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cuarto punto (pasar solo id) es un patrón de arquitectura importante — los datos viven en el store/mock, no en la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A es rápida (10 min). B y C son el núcleo. D es la demo que valida que todo funciona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Sugerir: la persona que lideró el PR de Clase 2 puede liderar la tarea B (Tab Navigator). Rotar el liderazgo.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con esto solo ya se ve el Tab Bar en el celular. El resto es iteración sobre esta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patrón placeholder es importante: deja la ruta funcional y el tab visible aunque la pantalla esté vacía.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con la Clase 2: ahora HomeScreen, ExplorarScreen y PerfilScreen están conectadas por el Tab Navigator.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más crítico: ¿los paths de router.push coinciden exactamente con los nombres de archivo?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equipo tiene 3 personas, cada una toma una rama. Con 2, tab+placeholder juntos y detalle+auth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graben un GIF de la navegación en el celular y lo suban con el PR — evidencia visual de que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Motivar: en Clase 4 el carrito/favoritos va a funcionar entre pantallas. El estudiante va a ver 'magia'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PR de Clase 3 debe tener video o GIF de la navegación. Eso valida que funciona en el celular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45720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 con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 Router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3200400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Tabs · Rutas dinámicas · useLocalSearchParams · (auth)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443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Tecnicatura en Desarrollo de Software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 rot="5400000">
            <a:off x="7818120" y="1371600"/>
            <a:ext cx="914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Móviles · React Native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Clase 2 — verificación grupal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PR de Clase 2 esté mergeado antes de empezar la navegación.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27048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270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42416" y="14721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types/index.ts con interfaces del proyecto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42416" y="17099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2 entidades tipadas — Producto, Turno, Evento, etc.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075688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85416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8541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2416" y="21305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mockData.ts con 6+ ítems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" y="2368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variados incluyendo casos edge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43784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4378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278892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TarjetaX funcionando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42416" y="302666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tipadas, conditional rendering, onPress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392424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502152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5021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42416" y="344728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en HomeScreen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42416" y="368503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loading, ListEmptyComponent y datos mock visibles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050792"/>
            <a:ext cx="832104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160520"/>
            <a:ext cx="347472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605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42416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42416" y="434340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1 compañero revisó el código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70432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22529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Expo Router?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48132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 — el archivo define la ruta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258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1883664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1975104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975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193852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navegación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19456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Tabs, rutas dinámicas y grupos (auth)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2039112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20391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96896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2688336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6883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26517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 y grupos de rutas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9077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anidan los layouts y los providers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62672" y="2752344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27523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3310128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40156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401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33649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datos entre pantallas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62102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useLocalSearchParams, Link, router.push / replace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62672" y="3465576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346557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832104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4114800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114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" y="40782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33425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rutas + Tab Navigator + Detalle + PR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4178808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62672" y="417880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NAVEGACIÓN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 en mobile vs. web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web el usuario tipea URLs. En mobile navega por pantallas que se apilan o reemplazan.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2651760" cy="3273552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59105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99339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97510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 el navegador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49631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47802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del browser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99923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98094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button del 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50215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48386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recarga la página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005072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8678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se pierde al navegar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1481328"/>
            <a:ext cx="2651760" cy="3273552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59105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Stack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01568" y="199339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97510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apiladas como cartas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01568" y="249631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47802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router.push() agrega encima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299923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98094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router.back() saca la de arriba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50215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48386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la pantalla inferior se preserva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4005072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98678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con flecha ← automático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25896" y="1481328"/>
            <a:ext cx="2651760" cy="3273552"/>
          </a:xfrm>
          <a:prstGeom prst="roundRect">
            <a:avLst>
              <a:gd name="adj" fmla="val 3448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5624" y="1591056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Tabs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08776" y="19933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197510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persistente abajo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08776" y="249631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247802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tab no destruye el estado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08776" y="29992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298094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 tiene su propio Stack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08776" y="350215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348386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estar en dos tabs a la vez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08776" y="40050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398678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+ labels customizables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EXPO ROUTER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Expo Router?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convención es simple: el nombre del archivo = la ruta de la pantalla. Sin configuración extra.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01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99032" y="16642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99032" y="195681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en app/ = una ruta. No hay que registrar nada — el sistema de archivos es la configuración.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48132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8013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50992" y="16642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automático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50992" y="195681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pantalla es accesible por URL. Funciona en web, iOS y Android sin configuración adicional.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447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9903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React Navigation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99032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Internamente usa React Navigation v6. Todo lo que sabés de RN Nav funciona acá.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127248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447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650992" y="33101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componibles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50992" y="360273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_layout.tsx define la shell de un grupo de pantallas — tabs, headers, providers globales.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660904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— ARCHIVOS = RUTAS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archivos define las rutas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en app/ genera automáticamente su ruta. Sin configuración, sin registros manuales.</a:t>
            </a:r>
            <a:endParaRPr lang="en-US" sz="1300" dirty="0"/>
          </a:p>
        </p:txBody>
      </p:sp>
      <p:pic>
        <p:nvPicPr>
          <p:cNvPr id="10" name="Image 0" descr="Expo Router: estructura de archivos y rutas gener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NAVEGACIÓN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· Tabs · Ruta dinámica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patrones que se combinan para cubrir el 95% de los flujos de cualquier app mobile.</a:t>
            </a:r>
            <a:endParaRPr lang="en-US" sz="1300" dirty="0"/>
          </a:p>
        </p:txBody>
      </p:sp>
      <p:pic>
        <p:nvPicPr>
          <p:cNvPr id="10" name="Image 0" descr="Stack Navigator, Tab Navigator y rutas dinámicas compar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_LAYOUT.TSX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_layout.tsx — la shell de cada grupo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ponés en _layout.tsx envuelve a todas las pantallas hijas del directorio.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app/_layout.tsx  — layout raíz de toda la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useFonts } from 'expo-font';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SplashScreen from 'expo-splash-screen';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SplashScreen.preventAutoHideAsync();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[loaded] = useFonts({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'Inter-Regular': require('../assets/fonts/Inter-Regular.ttf'),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(!loaded) return null;   // espera las fuentes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&lt;Stack&gt;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Grupo (tabs) — pantallas con Tab Navigator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name='(tabs)' options={{ headerShown: false }}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Grupo (auth) — login, registro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name='(auth)' options={{ headerShown: false }}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Ruta de detalle con header nativo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name='detalle/[id]' options={{ title: 'Detalle'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&lt;/Stack&gt;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LAYOUTS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anidan los _layout.tsx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de rutas tiene su propio layout. El hijo hereda el contexto del padre.</a:t>
            </a:r>
            <a:endParaRPr lang="en-US" sz="1300" dirty="0"/>
          </a:p>
        </p:txBody>
      </p:sp>
      <p:pic>
        <p:nvPicPr>
          <p:cNvPr id="10" name="Image 0" descr="Jerarquía de layouts en Expo Rou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TAB NAVIGATOR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Navigator — app/(tabs)/_layout.tsx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tabs, sus íconos y el estilo de la barra inferior.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app/(tabs)/_layout.tsx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Tabs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TabsLayout()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screenOptions={{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tabBarActiveTintColor:   Colors.primary,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tabBarInactiveTintColor: Colors.textMuted,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tabBarStyle: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backgroundColor: Colors.surface,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borderTopWidth: 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elevation:       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shadowOpacity:   0.1,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headerShown: false,     // header propio en cada 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name='index'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'Inicio',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({ color, size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&lt;Ionicons name='home-outline' size={size} color={color}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name='explorar'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'Explorar',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({ color, size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&lt;Ionicons name='search-outline' size={size} color={color}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name='perfil'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'Perfil',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({ color, size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&lt;Ionicons name='person-outline' size={size} color={color}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&lt;/Tabs&gt;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RUTA DINÁMICA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Rutas dinámicas — [id].tsx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maneja infinitas pantallas de detalle, cada una con su propio parámetro.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app/detalle/[id].tsx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Image, TouchableOpacity,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useLocalSearchParams, useRouter,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PRODUCTOS_MOCK } from '@/data/mockData';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DetalleScreen()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  = useLocalSearchParams&lt;{ id: string }&gt;();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  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Buscar el ítem en el mock (en Clase 5: fetch a la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producto  = PRODUCTOS_MOCK.find(p =&gt; p.id === 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&lt;Text&gt;Producto no encontrado&lt;/Text&gt;;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Configura el header nativo dinámicamente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producto.nombre }}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&lt;Image source={{ uri: producto.imagen }} style={styles.imagen}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style={styles.nombre}&gt;{producto.nombre}&lt;/Text&gt;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style={styles.precio}&gt;${producto.precio.toFixed(2)}&lt;/Text&gt;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{!producto.disponible &amp;&amp; &lt;Text style={styles.agotado}&gt;Agotado&lt;/Text&gt;}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&lt;TouchableOpacity onPress={() =&gt; router.back()} style={styles.btn}&gt;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&lt;Text style={styles.btnTxt}&gt;← Volver&lt;/Text&gt;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3035808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CONECTAR LISTA → DETALLE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FlatList → pantalla de detalle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TarjetaProducto para que al presionar navegue al detalle con el id correcto.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98348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1772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HomeScreen — app/(tabs)/index.tsx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useRouter } from 'expo-router';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&lt;FlatList&lt;Producto&gt;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data={productos}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keyExtractor={(p) =&gt; p.id}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renderItem={({ item })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&lt;TarjetaProducto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producto={item}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onPress={(p)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Navega a /detalle/42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router.push(`/detalle/${p.id}`);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onFavorito={(id) =&gt; console.log('fav', id)}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4173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545336"/>
            <a:ext cx="283464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 tipado estricto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router } from 'expo-router';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Opción 1: template literal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router.push(`/detalle/${id}`);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Opción 2: objeto tipado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pathname: '/detalle/[id]',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params: { id: producto.id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Opción 3: Link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href={`/detalle/${id}`}&gt;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&lt;Text&gt;Ver detalle&lt;/Text&gt;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&lt;/Link&gt;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4700016"/>
            <a:ext cx="8321040" cy="384048"/>
          </a:xfrm>
          <a:prstGeom prst="roundRect">
            <a:avLst>
              <a:gd name="adj" fmla="val 2381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6402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 siempre llega como string en useLocalSearchParams. Si necesitás un número: parseInt(id, 10).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3110789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31107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· ROUTER · USELOCALSEARCHPARAMS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 navegación completa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para navegar. Cada una tiene su caso de uso específico.</a:t>
            </a:r>
            <a:endParaRPr lang="en-US" sz="1300" dirty="0"/>
          </a:p>
        </p:txBody>
      </p:sp>
      <p:pic>
        <p:nvPicPr>
          <p:cNvPr id="10" name="Image 0" descr="API de navegación: Link, useRouter y useLocalSearchPar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461211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navegación del proyecto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completa de cómo las pantallas se conectan — incluyendo auth, tabs y detalle.</a:t>
            </a:r>
            <a:endParaRPr lang="en-US" sz="1300" dirty="0"/>
          </a:p>
        </p:txBody>
      </p:sp>
      <p:pic>
        <p:nvPicPr>
          <p:cNvPr id="10" name="Image 0" descr="Flujo de navegación completo: auth → tabs → deta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836115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8361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· GRUPO AUTH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(auth) — preparar el login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grupo de auth ahora facilita la integración con Supabase en la Clase 8.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app/(auth)/_layout.tsx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AuthLayout()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screenOptions={{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headerShown:    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contentStyle: { backgroundColor: Colors.background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app/(auth)/login.tsx  — pantalla básica por ahora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TouchableOpacity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useRouter } from 'expo-router';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LoginScreen()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entrar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 Clase 8: llamar a supabase.auth.signIn()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Por ahora: navegar directamente a los tabs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router.replace('/(tabs)');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 style={styles.titulo}&gt;Bienvenido&lt;/Text&gt;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&lt;TouchableOpacity onPress={entrar} style={styles.btn}&gt;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style={styles.btnTxt}&gt;Ingresar&lt;/Text&gt;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1732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527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vs 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8013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router.replace() no apila — el usuario no puede volver con ←. Ideal para login → home.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60604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7157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 = invisible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9900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(auth) no aparece en la URL ni en la barra de tabs. Solo organiza el layout.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794760"/>
            <a:ext cx="3108960" cy="1078992"/>
          </a:xfrm>
          <a:prstGeom prst="roundRect">
            <a:avLst>
              <a:gd name="adj" fmla="val 84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9044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rutas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41788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8 agregamos redirect: si no hay sesión, redirigir a login automáticamente.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11019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110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HEADER CUSTOM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Personalizar el header de cada pantalla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expone Stack.Screen para configurar el header desde dentro del componente.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Desde dentro de la pantalla — más flexible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Stack, useRouter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TouchableOpacity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router = useRouter();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          'Mi App',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headerStyle:     { backgroundColor: Colors.primary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headerTintColor: Colors.surface,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headerTitleStyle:{ fontWeight: 'bold'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headerRight: ()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&lt;TouchableOpacity onPress={() =&gt; router.push('/(auth)/login')}&gt;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&lt;Ionicons name='person-circle-outline' size={26}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color={Colors.surface}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&lt;/TouchableOpacity&gt;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resto de la pantalla */}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Stack.Screen: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76479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83794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183794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del header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2212848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headerShown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22860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= sin header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660904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734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headerStyle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273405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backgroundColor del header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310896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3182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headerTintColor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18211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de texto e íconos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3557016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36301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headerRight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36301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 la derecha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400507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40782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headerLeft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23760" y="407822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botón 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4453128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4526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4526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'modal' abre como modal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4901184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49743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497433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'slide_from_right' etc.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11096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DEPENDENCIAS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Dependencias necesarias para la Clase 3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ya viene incluido. Solo necesitamos instalar los íconos.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502920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 Router — ya incluido en create-expo-app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en package.json: 'expo-router': '^3.x.x'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Íconos — Ionicons, MaterialIcons, FontAwesome y más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expo install @expo/vector-icons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Expo Router configurado en app.json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'scheme' es obligatorio para deep linking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"expo":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"scheme": "mi-app",        ← agregar si no está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"web":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"bundler": "metro"        ← requerido por Expo Router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entry point en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"main": "expo-router/entry"  ← debe ser este, no './App.tsx'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417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configuración: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1764792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183794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183794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08192" y="1819656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expo-router en package.json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08192" y="202082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^3.x.x o superior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2404872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42432" y="247802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47802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08192" y="2459736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en app.json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08192" y="26609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 para deep links — nombre único de la app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23560" y="3044952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42432" y="311810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311810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3099816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web.bundler: 'metro'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08192" y="330098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modo web de Expo Router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3685032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42432" y="375818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42432" y="375818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08192" y="3739896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'expo-router/entry'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08192" y="394106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entrada es Expo Router, no App.tsx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23560" y="4325112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42432" y="4398264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42432" y="439826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4379976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tsconfig paths @/*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08192" y="458114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los imports @/components funcionen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· ESTRUCTURA RUTAS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rutas del proyecto grupal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estructura de archivos que debe quedar al finalizar el workshop de hoy.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214884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_layout.tsx                ← Stack raíz + fuentes + providers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(auth)/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_layout.tsx            ← sin tabs, sin header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login.tsx              ← pantalla de login (botón fake hoy)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(tabs)/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_layout.tsx            ← Tab Navigator con íconos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index.tsx              ← HomeScreen con FlatList de Clase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explorar.tsx           ← placeholder — búsqueda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perfil.tsx             ← placeholder — datos de usuario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detalle/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[id].tsx               ← DetalleScreen — busca por id en mock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675888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3730752"/>
            <a:ext cx="164592" cy="16459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12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HomeScreen → [id].tsx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7124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 presionar una tarjeta → router.push('/detalle/' + item.id)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014216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406908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507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[id].tsx → HomeScreen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05079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router.back() o el botón ← del header nativo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352544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440740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tabs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3891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tab es una pantalla placeholder con título y un &lt;Text&gt; mínimo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690872"/>
            <a:ext cx="832104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" y="4745736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274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login.tsx → (tabs)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72744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router.replace('/(tabs)') — sin posibilidad de volver atrás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· NAVEGACIÓN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con Expo Router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errores que aparecen en todos los proyectos al configurar la navegación.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0876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08760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52144" y="1481328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Attempted to navigate before mounting the Root Layout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Estás llamando a router.push() antes de que la app esté lista. Moverlo dentro de un useEffect o de un handler de evento.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9572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95728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52144" y="236829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action 'NAVIGATE' with payload {name: 'detalle'} was not handled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07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ruta no existe o el nombre no coincide. Verificar el nombre del archivo y que el path sea exacto: '/detalle/42' no 'detalle/42'.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28269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82696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52144" y="32552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useLocalSearchParams: id is undefined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6941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pantalla no recibió el parámetro. Verificar que el archivo se llame [id].tsx y que router.push incluya el id en el path.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41696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169664"/>
            <a:ext cx="53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52144" y="414223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 route named '(tabs)' exists in nested children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layout raíz no declara el grupo. Verificar que app/_layout.tsx tenga Stack.Screen con name='(tabs)'.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461211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4612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de navegación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que evitan bugs y mantienen la navegación predecible.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90472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90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47218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router.push() para login → home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172821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2821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170992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router.replace() para login → home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8992" y="194767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apila: el usuario puede volver al login con ←. replace reemplaza.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37744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3774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235915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Anidar Stack dentro de Stack sin necesidad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2615184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151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" y="259689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Stack raíz + tabs + stack de detalle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78992" y="283464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Demasiados Stacks anidados confunden la navegación y el back button.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264408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2644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" y="324612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router.push('/tabs/home') (hardcoded)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0352" y="3502152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50215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" y="3483864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router.push('/(tabs)') o router.push('/detalle/'+id)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8992" y="372160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con paréntesis van en la ruta. Sin paréntesis en la URL.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078224"/>
            <a:ext cx="8321040" cy="777240"/>
          </a:xfrm>
          <a:prstGeom prst="roundRect">
            <a:avLst>
              <a:gd name="adj" fmla="val 1176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151376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151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78992" y="413308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 objetos complejos por params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4389120"/>
            <a:ext cx="457200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891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78992" y="437083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 solo el id y buscar el dato localmente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78992" y="4608576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params de URL son strings. Objetos se serializan de forma impredecible.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28016"/>
            <a:ext cx="2286000" cy="292608"/>
          </a:xfrm>
          <a:prstGeom prst="roundRect">
            <a:avLst>
              <a:gd name="adj" fmla="val 21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GRUPAL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· Conectar todas las pantallas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4183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Navegación completa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proyecto grupal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2505456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rutas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todos los archivos de app/ vacíos. _layout raíz, (tabs)/_layout, (auth)/login, detalle/[id].tsx.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45152" y="2121408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25054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505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2392" y="22494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22392" y="2560320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(tabs)/_layout con los 3 tabs del proyecto. Íconos con @expo/vector-icons, colores de theme.ts.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" y="4023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detalle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[id].tsx lee el id con useLocalSearchParams, busca en mockData y muestra la información del ítem.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3639312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B335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402336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2392" y="3767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lista → detalle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22392" y="4078224"/>
            <a:ext cx="3090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 en TarjetaX navega con router.push('/detalle/'+id). Demo en celular con navegación completa.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286000" cy="274320"/>
          </a:xfrm>
          <a:prstGeom prst="roundRect">
            <a:avLst>
              <a:gd name="adj" fmla="val 2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WORKSHOP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— 2 horas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roles y tiempo. Trabajar en paralelo para avanzar más rápido.</a:t>
            </a:r>
            <a:endParaRPr lang="en-US" sz="1300" dirty="0"/>
          </a:p>
        </p:txBody>
      </p:sp>
      <p:pic>
        <p:nvPicPr>
          <p:cNvPr id="10" name="Image 0" descr="Plan de trabajo del workshop Clas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435962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4359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TAB NAVIGATOR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 Navigator mínimo — arrancar rápido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reducida para arrancar el workshop. Se itera sobre esta base.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app/(tabs)/_layout.tsx — versión mínima para arrancar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Tabs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Ionicons } from '@expo/vector-icons';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IoniconsName = React.ComponentProps&lt;typeof Ionicons&gt;['name'];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TabIcon({ name, color, size }: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IoniconsName; color: string; size: number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&lt;Ionicons name={name} size={size} color={color}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TabsLayout()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&lt;Tabs screenOptions={{ headerShown: false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name='index'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'Inicio',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(p) =&gt; &lt;TabIcon name='home-outline' {...p}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name='explorar'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'Explorar',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(p) =&gt; &lt;TabIcon name='search-outline' {...p}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&lt;Tabs.Screen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name='perfil'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options={{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title: 'Perfil',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tabBarIcon: (p) =&gt; &lt;TabIcon name='person-outline' {...p}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&lt;/Tabs&gt;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360981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36098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· PLACEHOLDERS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Pantallas placeholder — base para iterar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explorar.tsx y perfil.tsx arrancan con contenido mínimo — se completan en clases 5 y 7.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8321040" cy="3547872"/>
          </a:xfrm>
          <a:prstGeom prst="roundRect">
            <a:avLst>
              <a:gd name="adj" fmla="val 25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45336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app/(tabs)/explorar.tsx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View, Text, StyleSheet } from 'react-native';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Stack } from 'expo-router';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Colors, Spacing, FontSize } from '@/constants/theme';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ExplorarScreen()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'Explorar', headerShown: true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style={styles.emoji}&gt;🔍&lt;/Text&gt;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style={styles.titulo}&gt;Explorar&lt;/Text&gt;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style={styles.sub}&gt;Búsqueda y filtros — Clase 5&lt;/Text&gt;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app/(tabs)/perfil.tsx — mismo patrón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PerfilScreen()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&lt;Stack.Screen options={{ title: 'Mi Perfil', headerShown: true }}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&lt;View style={styles.container}&gt;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style={styles.emoji}&gt;👤&lt;/Text&gt;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style={styles.titulo}&gt;Perfil&lt;/Text&gt;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 style={styles.sub}&gt;Datos de usuario — Clase 7&lt;/Text&gt;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&lt;/View&gt;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2061058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20610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CLASE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Árbol de componentes — al finalizar Clase 3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completa del proyecto con la navegación conectada.</a:t>
            </a:r>
            <a:endParaRPr lang="en-US" sz="1300" dirty="0"/>
          </a:p>
        </p:txBody>
      </p:sp>
      <p:pic>
        <p:nvPicPr>
          <p:cNvPr id="10" name="Image 0" descr="Árbol de componentes del proyecto al finalizar Clas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83210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986077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9860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CLASE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code review — navegación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revisar en el PR de Clase 3 antes de mergear.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8366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¿Todos los archivos están en la carpeta correcta de app/?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20370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grupos tienen sus _layout.tsx?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523744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nombre de archivo coincide con el tab (index, explorar, perfil)?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5087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087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8836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8653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íconos usan @expo/vector-icons?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0370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colores vienen de theme.ts?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5237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505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¿headerShown está configurado correctamente?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1821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182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355701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¿useLocalSearchParams tiene el genérico tipado?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387705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un guard si el ítem no se encuentra?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4197096"/>
            <a:ext cx="91440" cy="914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¿Stack.Screen configura el título dinámico?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090672"/>
            <a:ext cx="4023360" cy="1444752"/>
          </a:xfrm>
          <a:prstGeom prst="roundRect">
            <a:avLst>
              <a:gd name="adj" fmla="val 63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18211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182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5570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5387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¿onPress en TarjetaX llama a router.push?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8770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8587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¿login usa router.replace (no push)?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419709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4178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paths coinciden exactamente con los archivos?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CLASE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workflow — Clase 3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navegación toca muchos archivos — trabajar en ramas separadas evita conflictos.</a:t>
            </a:r>
            <a:endParaRPr lang="en-US" sz="1300" dirty="0"/>
          </a:p>
        </p:txBody>
      </p:sp>
      <p:pic>
        <p:nvPicPr>
          <p:cNvPr id="10" name="Image 0" descr="Git flow con feature branches para Clas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8321040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4663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sugeridas: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965960" y="461772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6596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feature/tab-navigator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14800" y="461772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feature/detalle-screen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63640" y="4617720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4617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feature/auth-layout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grupal — Clase 3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mergeado en main antes del inicio de la Clase 4.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44475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44475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4081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app/_layout.tsx raíz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1600200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con grupos (tabs) y (auth) declarados, headerShown configurado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847088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92024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92024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18836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(tabs)/_layout.tsx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075688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Navigator con 3 tabs, íconos de @expo/vector-icons y colores de theme.ts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322576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39572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9572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35915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placeholder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05840" y="2551176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explorar.tsx y perfil.tsx con contenido mínimo y Stack.Screen con título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798064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287121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871216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28346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detalle/[id].tsx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05840" y="3026664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id, busca en mockData, muestra nombre y precio del ítem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273552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34670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46704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31012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Home → Detalle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5840" y="3502152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 en TarjetaX navega correctamente y router.back() vuelve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749040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382219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822192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7856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celular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05840" y="3977640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integrantes probaron la navegación completa en su dispositivo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224528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29768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297680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05840" y="42611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(auth)/login.tsx (bonus)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05840" y="4453128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login con botón que hace router.replace a tabs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08976" y="4297680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429768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1480" y="4700016"/>
            <a:ext cx="8321040" cy="411480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" y="477316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4773168"/>
            <a:ext cx="329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" y="47365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custom (bonus)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05840" y="4928616"/>
            <a:ext cx="7589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headerRight con ícono de usuario en HomeScreen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808976" y="4773168"/>
            <a:ext cx="749808" cy="237744"/>
          </a:xfrm>
          <a:prstGeom prst="roundRect">
            <a:avLst>
              <a:gd name="adj" fmla="val 230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08976" y="477316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5193792"/>
            <a:ext cx="8321040" cy="13716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5221224"/>
            <a:ext cx="79552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del PR + video/GIF de la navegación en el canal del curso.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128016"/>
            <a:ext cx="1170432" cy="274320"/>
          </a:xfrm>
          <a:prstGeom prst="roundRect">
            <a:avLst>
              <a:gd name="adj" fmla="val 23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82128" y="128016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737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"/>
            <a:ext cx="1386230" cy="274320"/>
          </a:xfrm>
          <a:prstGeom prst="roundRect">
            <a:avLst>
              <a:gd name="adj" fmla="val 2333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"/>
            <a:ext cx="1386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51206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 4 — Estado global y contexto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950976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navegación lista, la Clase 4 conecta las pantallas a través del estado compartido.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591056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910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02536" y="1609344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createContext, Provider, useContext — compartir estado entre pantallas sin prop drilling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1671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276856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768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02536" y="2295144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estado complejo: actions, dispatch, reducer — para el carrito o lista de favoritos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62656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626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02536" y="2980944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ligera a Redux — stores tipados, persistencia, devtools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5387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48456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484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usuario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02536" y="3666744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del usuario logueado — compartido entre todas las pantallas de la app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334256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33425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02536" y="4352544"/>
            <a:ext cx="6601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Context o Zustand para la entidad principal del proyecto. Merge conflict grupal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4937760"/>
            <a:ext cx="8321040" cy="164592"/>
          </a:xfrm>
          <a:prstGeom prst="roundRect">
            <a:avLst>
              <a:gd name="adj" fmla="val 555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965192"/>
            <a:ext cx="79552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PR de Clase 3 mergeado. La navegación completa es prerequisito para el estado global.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1234440" cy="51435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50292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502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863840" y="1664208"/>
            <a:ext cx="868680" cy="8686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66420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¿Consultas?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2926080" cy="0"/>
          </a:xfrm>
          <a:prstGeom prst="line">
            <a:avLst/>
          </a:prstGeom>
          <a:noFill/>
          <a:ln w="1905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Aprendimos hoy: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665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— file-based routing sin configuración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4048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Tabs y rutas dinámicas [id].tsx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72491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0662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de _layout.tsx y grupos (auth) / (tabs)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4495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router.push/replace y useLocalSearchParams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36499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4670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completa Home → Detalle → volver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685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(auth) preparado para Supabase en Clase 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059936"/>
            <a:ext cx="6217920" cy="0"/>
          </a:xfrm>
          <a:prstGeom prst="line">
            <a:avLst/>
          </a:prstGeom>
          <a:noFill/>
          <a:ln w="9525">
            <a:solidFill>
              <a:srgbClr val="2A4B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864608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4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Pilar · Tecnicatura en Desarrollo de Software ·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Móviles — Clase 3: Navegación con Expo Router</dc:title>
  <dc:subject>PptxGenJS Presentation</dc:subject>
  <dc:creator>Universidad Nacional de Pilar</dc:creator>
  <cp:lastModifiedBy>Universidad Nacional de Pilar</cp:lastModifiedBy>
  <cp:revision>1</cp:revision>
  <dcterms:created xsi:type="dcterms:W3CDTF">2026-06-12T15:28:00Z</dcterms:created>
  <dcterms:modified xsi:type="dcterms:W3CDTF">2026-06-12T15:28:00Z</dcterms:modified>
</cp:coreProperties>
</file>