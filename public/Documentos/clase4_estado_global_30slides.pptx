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Conectar con Clase 3: ahora que la navegación funciona, necesitamos compartir estado entre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demo rápida: 2 grupos muestran la navegación completa en el celular antes de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1h 40m de teoría bien distribuida. El workshop es donde se consolida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ubica al alumno en el mapa del curso. 'Hoy' marcado en azul oscuro.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identifiquen en su proyecto: ¿tienen alguna prop que viaja más de 2 niveles sin ser usada?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práctica: si tenés que pasar la misma prop por más de 2 niveles, es candidata a estado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Provider envuelve la app. Cualquier hijo puede subscribirse con useContext sin importar cuán profundo esté.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guard en el custom hook (if !ctx throw) es fundamental — avisa inmediatamente si olvidaron agregar el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usan Zustand no necesitan el Provider. El store de Zustand es global por defecto.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cambiar el nombre del usuario en el context y ver cómo se actualiza en HomeScreen y PerfilScreen al mismo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Analogía: el reducer es como el backend local — recibe una acción y decide cómo transformar el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tipo discriminado para CarritoAction es la clave — TypeScript garantiza que cada case tiene el payload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badge del carrito en el Tab Navigator es el ejemplo WOW de la clase — el contador cambia en tiempo real sin recargar.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agregar un producto al carrito desde DetalleScreen y mostrar cómo el badge del tab cambia inmediatamente.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 para el proyecto: useState para UI local, Context+useReducer para carrito/favoritos, Zustand si quieren menos boilerplate.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ventaja clave de Zustand: los selectores (s =&gt; s.items) evitan re-renders innecesarios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store es independiente. Un componente puede usar múltiples stores en el mismo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decir claramente que es fake hoy. En Clase 8 esto se reemplaza por Supabase Auth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error es muy común en proyectos de alumnos. Preguntar: '¿esto lo necesitan en más de una pantalla?' Si no → useState.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Recomendar: si el equipo va tranquilo, Context+useReducer para aprender bien el patrón. Si van ajustados, Zustand.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D (merge conflict intencional) es el ejercicio más importante de Git de todo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merge conflict de la tarea D es intencional: que la persona de B y C hayan tocado el mismo archivo para forzar 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proceso incremental: primero sin manejar duplicados, luego mejorar con el alumno. Iteración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Crear el conflicto intencionalmente antes del workshop: dos personas editan el mismo archivo en ramas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tercero (re-renders excesivos con Zustand) es el más difícil de detectar. Mostrar con React DevTools Profiler.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Instruir explícitamente a dos personas a agregar interfaces en types/index.ts en ramas separadas.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Rotar el reviewer — quien lideró la tarea B revisa la tarea C y viceversa.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GIF es clave — si no lo tienen, el estado global no está funcionando correctamente.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Clase 5 el mockData desaparece. Los datos vienen de una API real y se guardan en el store de Zustand.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GIF del badge es la entrega clave. Sin él, el estado global no está funcionando. Antes de terminar: cada grupo muestra el badge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Global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Contexto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3200400" cy="0"/>
          </a:xfrm>
          <a:prstGeom prst="line">
            <a:avLst/>
          </a:prstGeom>
          <a:noFill/>
          <a:ln w="1905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· useReducer · Zustand · Carrito · Sesión de usuario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Clase 3 — navegación lista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PR de Clase 3 esté mergeado. La navegación es prerequisito para el estado global.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27048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270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14721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app/_layout.tsx raíz configurado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17099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con grupos (tabs) y (auth), headers configurados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75688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854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130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Navigator con 3 tabs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" y="23682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de @expo/vector-icons, colores de theme.ts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43784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4378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27889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placeholder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42416" y="302666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explorar.tsx y perfil.tsx con Stack.Screen y título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02152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02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34472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detalle/[id].tsx funcionando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42416" y="3685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id, busca en mockData, muestra nombre y precio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050792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160520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605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056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Home → Detalle → volver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43434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onPress en TarjetaX navega, router.back() vuelve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252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del prop drilling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estado local no alcanza cuando la app crece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258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9385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1945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createContext, Provider, useContext, custom hooks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203911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391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596896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688336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265176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90779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complejo estructurado — actions, dispatch, reducer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75234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7523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40156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33649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— alternativa ligera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62102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tipados, comparación con Context, cuándo usar cada uno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34655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46557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23360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0782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33425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principal + sesión de usuario + PR con merge conflict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417880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417880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EVOLUCIÓN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estado a lo largo del curso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agrega una capa de gestión de estado. Hoy damos el salto más importante.</a:t>
            </a:r>
            <a:endParaRPr lang="en-US" sz="1300" dirty="0"/>
          </a:p>
        </p:txBody>
      </p:sp>
      <p:pic>
        <p:nvPicPr>
          <p:cNvPr id="10" name="Image 0" descr="Evolución del estado del proyecto clase a cl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PROP DRILLING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Prop Drilling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props a través de 4 componentes intermedios que no las usan — insostenible a largo plazo.</a:t>
            </a:r>
            <a:endParaRPr lang="en-US" sz="1300" dirty="0"/>
          </a:p>
        </p:txBody>
      </p:sp>
      <p:pic>
        <p:nvPicPr>
          <p:cNvPr id="10" name="Image 0" descr="Prop Drilling vs Context 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ESTADO GLOBAL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necesitás estado global?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necesita ser global. La regla: elevar el estado al ancestro común más cercano.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99032" y="1645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/ favoritos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99032" y="1938528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agrega en el Detalle y lo ve en el Tab de carrito. 2 pantallas distintas.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50992" y="1645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usuario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50992" y="1938528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nombre, avatar y preferencias del usuario se muestran en Header, Perfil y pantallas personalizadas.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4472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99032" y="33101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/ toasts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99032" y="3602736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la API debe mostrarse en cualquier pantalla. No podés pasarlo como prop.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127248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4472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50992" y="33101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/ idioma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50992" y="3602736"/>
            <a:ext cx="2880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o i18n afectan a toda la app. Estado global es la única opción sensata.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CONTEXT API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Context API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de comunicación entre componentes que pueden estar en cualquier lugar del árbol.</a:t>
            </a:r>
            <a:endParaRPr lang="en-US" sz="1300" dirty="0"/>
          </a:p>
        </p:txBody>
      </p:sp>
      <p:pic>
        <p:nvPicPr>
          <p:cNvPr id="10" name="Image 0" descr="Diagrama del flujo interno de Context API con Provider y useCon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CONTEXT API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API — implementación completa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 4 partes: tipo, contexto, provider y hook. Siempre los 4 juntos.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context/UsuarioContext.tsx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createContext, useContext, useState, ReactNode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Usuario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Definir el tipo del contexto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UsuarioContextType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usuario:    Usuario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setUsuario: (u: Usuario | null)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logout:   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Crear el contexto con valor por defecto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UsuarioContext = createContext&lt;UsuarioContextType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Provider — envuelve la app en app/_layout.tsx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UsuarioProvider({ children }: { children: ReactNode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[usuario, setUsuario] = useState&lt;Usuario | null&gt;(null);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logout = () =&gt; setUsuario(null);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&lt;UsuarioContext.Provider value={{ usuario, setUsuario, logout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&lt;/UsuarioContext.Provider&gt;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Custom hook con guard — lanza error si se usa fuera del Provider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useUsuario(): UsuarioContextType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ctx = useContext(UsuarioContext);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(!ctx) throw new Error('useUsuario debe usarse dentro de UsuarioProvider');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ctx;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66090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PROVIDER EN _LAYOUT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el Provider en app/_layout.tsx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Provider va en el _layout raíz para que todas las pantallas tengan acceso al contexto.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app/_layout.tsx — ACTUALIZADO con Provider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UsuarioProvider } from '@/context/UsuarioContext';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CarritoProvider } from '@/context/CarritoContext'; // si usás Context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Los providers se anidan — el más externo es el más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&lt;UsuarioProvider&gt;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&lt;CarritoProvider&gt;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&lt;Stack&gt;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&lt;Stack.Screen name='(tabs)' options={{ headerShown: false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&lt;Stack.Screen name='(auth)' options={{ headerShown: false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&lt;Stack.Screen name='detalle/[id]' options={{ title: 'Detalle'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&lt;/Stack&gt;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&lt;/CarritoProvider&gt;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&lt;/UsuarioProvider&gt;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en cualquier pantalla — sin props intermedias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useUsuario } from '@/context/UsuarioContext';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PerfilScreen()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usuario, logout } = useUsuario();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usuario es Usuario | null — TypeScript infiere el tipo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&lt;Text&gt;Hola, {usuario?.nombre ?? 'Invitado'}&lt;/Text&gt;;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USECONTEXT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useContext en la práctica del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contexto siendo consumido en tres pantallas distintas simultáneamente.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374904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HomeScreen — muestra saludo personalizado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usuario } = useUsuario();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style={styles.saludo}&gt;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{usuario ? `Hola, ${usuario.nombre}!` : 'Bienvenido'}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...FlatList de productos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45336"/>
            <a:ext cx="370332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TabBar — muestra avatar del usuario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TabIcon({ usuario }: {usuario: Usuario|null})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(usuario?.avatar)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&lt;Image source={{uri: usuario.avatar}}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style={styles.avatar}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&lt;Ionicons name='person-outline'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size={24} color={color}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46120"/>
            <a:ext cx="832104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74136"/>
            <a:ext cx="795528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PerfilScreen — datos completos y logout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PerfilScreen()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usuario, logout } = useUsuario();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handleLogout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logout();                      // limpia el contexto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router.replace('/(auth)');     // redirige al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&lt;Text&gt;{usuario?.nombre}&lt;/Text&gt;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&lt;Text&gt;{usuario?.email}&lt;/Text&gt;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onPress={handleLogout}&gt;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&lt;Text&gt;Cerrar sesión&lt;/Text&gt;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USEREDUCER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useReducer — estado complejo y predecible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estado tiene múltiples sub-valores y reglas de actualización complejas, useReducer es superior a useState.</a:t>
            </a:r>
            <a:endParaRPr lang="en-US" sz="1300" dirty="0"/>
          </a:p>
        </p:txBody>
      </p:sp>
      <p:pic>
        <p:nvPicPr>
          <p:cNvPr id="10" name="Image 0" descr="Diagrama del flujo de useReducer con dispatch, reducer y nuevo es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735885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7358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USEREDUCER · CARRITO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con useReducer + Context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carrito de compras con agregar, quitar y limpiar usando el patrón completo.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context/CarritoContext.tsx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createContext, useContext, useReducer, ReactNode } from 'react';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Producto, ItemCarrito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CarritoState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 ItemCarrito[];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CarritoAction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type: 'AGREGAR';  payload: Producto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type: 'QUITAR';   payload: string }    // id del producto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type: 'LIMPIAR'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carritoReducer(state: CarritoState, action: CarritoAction): CarritoState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(action.type)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'AGREGAR':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existe = state.items.find(i =&gt; i.producto.id === action.payload.id);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nuevosItems = existe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state.items.map(i =&gt; i.producto.id === action.payload.id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 { ...i, cantidad: i.cantidad + 1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 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[...state.items, { producto: action.payload, cantidad: 1 }];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items: nuevosItems,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total: nuevosItems.reduce((acc, i) =&gt; acc + i.producto.precio * i.cantidad, 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'QUITAR':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filtrados = state.items.filter(i =&gt; i.producto.id !== action.payload);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items: filtrados, total: filtrados.reduce((acc,i)=&gt;acc+i.producto.precio*i.cantidad,0)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'LIMPIAR':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items: [], total: 0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state;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CARRITO PROVIDER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— Provider, hook y uso en pantallas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mitad del patrón: el Provider que instancia el reducer y el hook que lo expone.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Continuación de CarritoContext.tsx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CarritoContextType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   CarritoState;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agregar:  (p: Producto)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quitar:   (id: string)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limpiar: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CarritoContext = createContext&lt;CarritoContextType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CarritoProvider({ children }: { children: ReactNode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[state, dispatch] = useReducer(carritoReducer, { items: [], total: 0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agregar = (p: Producto) =&gt; dispatch({ type: 'AGREGAR', payload: p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quitar  = (id: string)  =&gt; dispatch({ type: 'QUITAR',  payload: id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limpiar = ()            =&gt; dispatch({ type: 'LIMPIAR'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&lt;CarritoContext.Provider value={{ state, agregar, quitar, limpiar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&lt;/CarritoContext.Provider&gt;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useCarrito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ctx = useContext(CarritoContext);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(!ctx) throw new Error('useCarrito fuera de CarritoProvider');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ctx;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17320"/>
            <a:ext cx="3108960" cy="3547872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45336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DetalleScreen — botón agregar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agregar, state } = useCarrito();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Verificar si ya está en carrito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enCarrito = state.items.some(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=&gt; i.producto.id === producto.id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&lt;TouchableOpacity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onPress={() =&gt; agregar(producto)}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style={[styles.btn,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enCarrito &amp;&amp; styles.btnActivo]}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{enCarrito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'✓ En el carrito'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'Agregar'}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&lt;/TouchableOpacity&gt;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 de carrito — contador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state } = useCarrito();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state.items.length → badge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360981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3609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BADGE EN TABBAR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en el Tab Navigator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WOW de la clase: el badge del carrito se actualiza en tiempo real al agregar ítems.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98348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app/(tabs)/_layout.tsx — Tab con badge dinámico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useCarrito } from '@/context/CarritoContext';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CarritoTabIcon({ color, size }: { color: string; size: number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state } = useCarrito();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cantidad  = state.items.reduce((acc, i) =&gt; acc + i.cantidad, 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style={{ position: 'relative'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&lt;Ionicons name='cart-outline' size={size} color={color}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{cantidad &gt; 0 &amp;&amp;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&lt;View style={styles.badge}&gt;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&lt;Text style={styles.badgeText}&gt;{cantidad}&lt;/Text&gt;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Tabs.Screen del carrito: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name='carrito'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'Carrito',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tabBarIcon: ({ color, size })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&lt;CarritoTabIcon color={color} size={size} /&gt;,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417320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508760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tabBarBadge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783080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también soporta tabBarBadge en las opciones — más simple pero menos customizable.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2624328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715768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del badge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2990088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Reanimated puede animar el badge al cambiar — scale up/down cuando el contador sube.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3831336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922776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Derivado, no almacenado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4197096"/>
            <a:ext cx="2880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de ítems se calcula en el render, no se guarda como otro estado — estado derivado.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885846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8858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VS USEREDUCER VS ZUSTAND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la herramienta correcta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respuesta única — depende de la complejidad y el alcance del estado.</a:t>
            </a:r>
            <a:endParaRPr lang="en-US" sz="1300" dirty="0"/>
          </a:p>
        </p:txBody>
      </p:sp>
      <p:pic>
        <p:nvPicPr>
          <p:cNvPr id="10" name="Image 0" descr="Comparativa useState vs useReducer vs Zust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611173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611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ZUSTAND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Zustand — store global sin boilerplate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funcionalidad del carrito con Context, pero en la mitad de líneas de código.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206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Instalar: npx expo install zustand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stores/useCarritoStore.ts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 } from 'zustand';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Producto, ItemCarrito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CarritoStore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  ItemCarrito[];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agregar: (p: Producto)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quitar:  (id: string) 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limpiar: ()           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useCarritoStore = create&lt;CarritoStore&gt;((set)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0,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agregar: (producto) =&gt; set((state)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existe = state.items.find(i =&gt; i.producto.id === producto.id);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items  = existe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state.items.map(i =&gt; i.producto.id === producto.id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 { ...i, cantidad: i.cantidad + 1 } : 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[...state.items, { producto, cantidad: 1 }];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items, total: items.reduce((a,i)=&gt;a+i.producto.precio*i.cantidad, 0)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quitar: (id) =&gt; set((state)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items = state.items.filter(i =&gt; i.producto.id !==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items, total: items.reduce((a,i)=&gt;a+i.producto.precio*i.cantidad, 0)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limpiar: () =&gt; set({ items: [], total: 0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417320"/>
            <a:ext cx="3017520" cy="3547872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45336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— sin Provider, directo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DetalleScreen: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agregar = useCarritoStore(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=&gt; s.agregar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TabNavigator badge: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useCarritoStore(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=&gt; s.items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selector → solo re-renderiza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 items cambia, no 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cambia otro campo del store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necesita Provider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necesita wrapper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TypeScript completo ✓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ARQUITECTURA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stores en 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 stores independientes permite que cada componente se suscriba solo a lo que necesita.</a:t>
            </a:r>
            <a:endParaRPr lang="en-US" sz="1300" dirty="0"/>
          </a:p>
        </p:txBody>
      </p:sp>
      <p:pic>
        <p:nvPicPr>
          <p:cNvPr id="10" name="Image 0" descr="Arquitectura de Zustand con múltiples stores tip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51094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510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SESIÓN DE USUARIO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sesión — simulado para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implementamos la sesión con un login falso. En Clase 8 se conecta a Supabase Auth real.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stores/useUsuarioStore.ts  (Zustand) — o context si prefieren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 } from 'zustand';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Usuario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UsuarioStore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usuario:    Usuario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isLoggedIn: boolean;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login:      (datos: Pick&lt;Usuario,'nombre'|'email'&gt;)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logout:   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useUsuarioStore = create&lt;UsuarioStore&gt;((set)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usuario:   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isLoggedIn: false,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login: (datos) =&gt; set({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usuario: { id: 'fake-001', avatar: null, ...datos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isLoggedIn: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logout: () =&gt; set({ usuario: null, isLoggedIn: false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login.tsx — botón fake por ahora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login = useUsuarioStore(s =&gt; s.login);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entrar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login({ nombre: 'Estudiante UNP', email: 'test@unp.edu.ar'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router.replace('/(tabs)');   // en Clase 8: supabase.auth.signIn()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1732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50876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8: Supabase Auth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783080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store de usuario se conecta a supabase.auth.onAuthStateChange para sesión persistente.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60604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69748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7: SecureStore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971800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JWT del usuario se guarda en expo-secure-store, no en AsyncStorage.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79476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8862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4160520"/>
            <a:ext cx="2834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 8 el _layout.tsx redirige a /auth si isLoggedIn es false.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660904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· ESTADO GLOBAL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estado global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que hacen que el estado sea difícil de mantener — y cómo evitarlos.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14721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Poner TODO en el estado global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2821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2821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" y="17099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global solo para lo compartido entre pantallas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60704" y="19385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local (useState) es más eficiente y predecible. Global solo cuando hay prop drilling real.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7744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774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" y="23591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Mutar el estado directo: state.items.push(x)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2615184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15184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0704" y="2596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Siempre retornar nuevo objeto: [...state.items, x]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28254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React/Zustand detectan cambios por referencia. La mutación directa rompe el re-render.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64408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64408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32461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useContext(MiContext) directo en el componente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02152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502152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" y="34838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 un custom hook: useCarrito() que valida el Provider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60704" y="37124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hook centraliza el manejo de errores y mejora el tipado. Más fácil de refactorizar.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51376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151376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0704" y="41330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único store/context para toda la app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389120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8912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0704" y="43708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 separados: useCarritoStore, useUsuarioStore, useUIStore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0704" y="45994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store único re-renderiza todos los suscriptores ante cualquier cambio. Performance pobre.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ESTRUCTURA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archivos — Clase 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carpetas y archivos que se agregan al proyecto en esta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66360" cy="297180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80060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_layout.tsx         ← ACTUALIZADO: envuelto en Providers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context/                ← NUEVO — si usan Context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UsuarioContext.tsx  ← createContext + Provider + useUsuario()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CarritoContext.tsx  ← useReducer + Provider + useCarrito()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stores/                 ← NUEVO — si usan Zustand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useUsuarioStore.ts  ← create&lt;UsuarioStore&gt;(...)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useCarritoStore.ts  ← create&lt;CarritoStore&gt;(...)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components/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CarritoTabIcon.tsx  ← NUEVO — badge dinámico en el TabBar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types/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index.ts            ← ACTUALIZADO: ItemCarrito, CarritoState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2971800" cy="297180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361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938528"/>
            <a:ext cx="2670048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0116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useReducer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231136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verbose, más explícito. Mejor para aprender el patrón de estado complejo.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2743200"/>
            <a:ext cx="2670048" cy="676656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816352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03580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código, más pragmático. Mejor si el tiempo del workshop es limitado.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97880" y="3547872"/>
            <a:ext cx="2670048" cy="676656"/>
          </a:xfrm>
          <a:prstGeom prst="roundRect">
            <a:avLst>
              <a:gd name="adj" fmla="val 13514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62102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84048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para usuario, Zustand para carrito — aprender los dos patrones.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Estado compartido entre pantallas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8229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principal + sesión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badge en tiempo real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y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Context vs Zustand. Instalar Zustand si es necesario. Crear la estructura de carpetas context/ o stores/.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principal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store de la entidad central del proyecto: carrito, favoritos, lista, reservas. Con CRUD completo.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usuario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UsuarioContext o useUsuarioStore. Login fake → nombre del usuario visible en Header y PerfilScreen.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+ PR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dinámico en el Tab Navigator. Merge conflict intencional para practicar. PR con demo de badge en tiempo real.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136038" cy="274320"/>
          </a:xfrm>
          <a:prstGeom prst="roundRect">
            <a:avLst>
              <a:gd name="adj" fmla="val 2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1360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· WORKSHOP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2 horas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óptima del tiempo. Trabajar en paralelo: B y C en simultáneo.</a:t>
            </a:r>
            <a:endParaRPr lang="en-US" sz="1300" dirty="0"/>
          </a:p>
        </p:txBody>
      </p:sp>
      <p:pic>
        <p:nvPicPr>
          <p:cNvPr id="10" name="Image 0" descr="Plan de trabajo del workshop Clas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ZUSTAND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del carrito — live coding Zustand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mínima para arrancar el workshop. El equipo itera sobre esta base.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stores/useCarritoStore.ts — versión mínima para arrancar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 } from 'zustand';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 } from '@/types';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Paso 1: definir el tipo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Store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  { producto: Producto; cantidad: number }[];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agregar: (p: Producto)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quitar:  (id: string)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Paso 2: crear el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useCarritoStore = create&lt;Store&gt;((set)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[],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agregar: (producto) =&gt; set((s)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[...s.items, { producto, cantidad: 1 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TODO: manejar duplicados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quitar: (id) =&gt; set((s)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s.items.filter(i =&gt; i.producto.id !== 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Paso 3: usar en DetalleScreen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agregar = useCarritoStore(s =&gt; s.agregar);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&lt;TouchableOpacity onPress={() =&gt; agregar(producto)}&gt;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&lt;Text&gt;Agregar al carrito&lt;/Text&gt;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&lt;/TouchableOpacity&gt;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MERGE CONFLICT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conflict — ejercicio grupal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merge conflict más común: dos personas editaron types/index.ts al mismo tiempo.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1206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Situación: Juan agregó ItemCarrito en types/index.ts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María también agregó CarritoState en types/index.ts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 hacer git merge → conflicto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 (tu rama — María)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CarritoState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ItemCarrito[];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ItemCarrito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producto: Producto;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feature/carrito-store  (rama de Juan)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SOLUCIÓN: mantener AMBOS (no elegir uno)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ItemCarrito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producto: Producto;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CarritoState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ItemCarrito[];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Después de resolver: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types/index.ts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'fix: resolve merge conflict in types/index.ts'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14173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resolver: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764792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72" y="1837944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837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8379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conflicto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7648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muestra los archivos en conflicto con 'UU'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242316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33872" y="2496312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7648" y="24963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archivo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2715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resalta los marcadores &lt;&lt;&lt;, === y &gt;&gt;&gt;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3081528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3872" y="315468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qué mantener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3741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caso: mantener ambas interfaces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3739896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33872" y="3813048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813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marcadores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40325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las líneas &lt;&lt;&lt; === &gt;&gt;&gt; completamente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4398264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33872" y="4471416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3872" y="4471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27648" y="44714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+ commit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4690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y commitear con mensaje descriptivo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860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· ESTADO GLOBAL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con Context y Zustand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frecuentes y su causa exacta.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useCarrito debe usarse dentro de CarritoProvider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componente está fuera del Provider en el árbol. Verificar que app/_layout.tsx envuelva todo con el Provider.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9572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68296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UI no se actualiza al cambiar el estado de Zustand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 está mutando el estado directo (state.items.push(x)). Usar siempre set: set(s =&gt; ({items:[...s.items,x]})).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826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82696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55264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Re-renders excesivos — toda la app re-renderiza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Zustand: usar selectores (useStore(s =&gt; s.items)) en vez de (useStore()). Solo re-renderiza si items cambia.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696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6966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142232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Cannot read properties of null (reading 'items')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811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contexto retorna null — el Provider no está en el árbol o se está accediendo antes de inicializarlo.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CLASE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— Clase 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sugeridas. La tarea D genera un merge conflict intencional entre las ramas B y C.</a:t>
            </a:r>
            <a:endParaRPr lang="en-US" sz="1300" dirty="0"/>
          </a:p>
        </p:txBody>
      </p:sp>
      <p:pic>
        <p:nvPicPr>
          <p:cNvPr id="10" name="Image 0" descr="Git flow Clase 4 con merge conflict intenci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8321040" cy="3246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46451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4645152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645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feature/carrito-store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83280" y="4645152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46451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feature/usuario-context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23560" y="464515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4645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feature/badge-tabbar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589520" y="4645152"/>
            <a:ext cx="548640" cy="256032"/>
          </a:xfrm>
          <a:prstGeom prst="roundRect">
            <a:avLst>
              <a:gd name="adj" fmla="val 3571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46634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Las ramas carrito y usuario deben tocar types/index.ts → conflicto intencional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· CLASE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code review — estado global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revisar en el PR antes de mergear. Rol de reviewer rota en cada clase.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Zustand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custom hook tiene guard (if !ctx throw)?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03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Provider está en _layout.tsx raíz?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store está tipado con interfaz TypeScript?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087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08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/ 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reducer es función pura (no muta el estado)?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0370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tipos de action están discriminados?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¿Cada case retorna nuevo objeto?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18211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82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componentes usan selectores en Zustand?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770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hay llamadas al store en el nivel de render?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badge calcula total como estado derivado?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8211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82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estado está en el nivel correcto (local vs global)?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context/store está en su propia carpeta?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9709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nombre del store/hook es descriptivo?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mergeado en main antes del inicio de la Clase 5.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353312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2646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2646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3898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principal implementado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58191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Carrito, favoritos, reservas o la entidad del proyecto con CRUD completo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819656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928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8928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8562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 Zustand configurado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048256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en context/ o stores/ — tipado con TypeScript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286000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35915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5915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3225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usuario funcional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2514600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fake → nombre del usuario visible en al menos 2 pantallas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752344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82549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82549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788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en Tab Navigator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2980944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dinámico que se actualiza al agregar/quitar ítems en tiempo real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218688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29184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29184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2552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 resuelto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3447288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conflicto real creado y resuelto correctamente — evidencia en el historial de git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685032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75818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7581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72160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con demo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913632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 GIF del badge actualizándose en tiempo real incluido en el PR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151376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22452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22452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4187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AsyncStorage (bonus)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" y="4379976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sobrevive a cerrar y abrir la app — usar zustand/middleware o AsyncStorage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08976" y="422452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42245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4617720"/>
            <a:ext cx="8321040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" y="469087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69087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" y="46542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devtools (bonus)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005840" y="4846320"/>
            <a:ext cx="7589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zustand con devtools middleware para debuggear el estado en tiempo real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08976" y="4690872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08976" y="46908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1480" y="5120640"/>
            <a:ext cx="8321040" cy="146304"/>
          </a:xfrm>
          <a:prstGeom prst="roundRect">
            <a:avLst>
              <a:gd name="adj" fmla="val 6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5148072"/>
            <a:ext cx="79552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GIF del badge en tiempo real es obligatorio en el PR — evidencia visual del estado global funcionando.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5 — Datos remotos y APIs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estado global funcionando, la Clase 5 conecta la app a datos reales.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910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910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axios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66544" y="16093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HTTP a la API del proyecto. Headers, auth tokens, manejo de errores HTTP.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1671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768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768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profundo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22951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completo: cleanup, dependencias, abort controllers para cancelar fetches.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626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626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 useApi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6544" y="29809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useFetch, useResource — abstraer la lógica de carga en un hook reutilizable y tipado.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387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484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484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(TanStack)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66544" y="36667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refetch automático, invalidation, optimistic updates — el estándar en producción.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334256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33425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66544" y="4352544"/>
            <a:ext cx="6537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mockData por API real. Loading skeletons, pull-to-refresh y manejo de errores.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937760"/>
            <a:ext cx="8321040" cy="164592"/>
          </a:xfrm>
          <a:prstGeom prst="roundRect">
            <a:avLst>
              <a:gd name="adj" fmla="val 5555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65192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PR de Clase 4 mergeado y el GIF del badge como evidencia. El estado global es prerequisito para la API.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 — cuándo el estado local no alcanza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completo: createContext, Provider, useContext, custom hook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para estado complejo — actions tipadas y reducer puro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— store global con menos boilerplate que Context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dinámico en el Tab Navigator en tiempo real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 grupal — crear, detectar y resolver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4: Estado Global y Contexto</dc:title>
  <dc:subject>PptxGenJS Presentation</dc:subject>
  <dc:creator>Universidad Nacional de Pilar</dc:creator>
  <cp:lastModifiedBy>Universidad Nacional de Pilar</cp:lastModifiedBy>
  <cp:revision>1</cp:revision>
  <dcterms:created xsi:type="dcterms:W3CDTF">2026-06-12T18:54:11Z</dcterms:created>
  <dcterms:modified xsi:type="dcterms:W3CDTF">2026-06-12T18:54:11Z</dcterms:modified>
</cp:coreProperties>
</file>